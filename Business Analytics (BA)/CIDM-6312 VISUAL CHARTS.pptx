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>
      <p:cViewPr varScale="1">
        <p:scale>
          <a:sx n="116" d="100"/>
          <a:sy n="116" d="100"/>
        </p:scale>
        <p:origin x="32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B2ED-452A-35DA-8E5B-8D9A1935D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788DD-C083-BC31-468E-20D02A74F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C442B-2CB6-0FAA-58F2-CDC63B87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F6293-10CC-3B42-DAFA-06B27C74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910FC-EA36-EC09-A05A-4345086C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9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6A2-67DE-E1C1-B6A9-F13911B5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0D285-527D-62C4-44C5-36927175B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B2167-8B57-E9BA-772E-890EB324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2D8E9-40F4-A7F0-78BC-97C59E90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27B6B-9A3C-B17D-A07B-6F7D6C9C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6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A076-CB2A-0CF6-E6CB-ABCB1A12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2D49-E0C2-CFBF-80B7-C9933C58B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1BA2A-9FAD-5F69-32E6-7760BF38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7C813-C4EF-36C5-A0AD-559785B0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75A2D-BC06-A9C0-8D9B-88EEF895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4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BA26-3F96-1D8E-B5E1-0223AA83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0ABEA-A1F5-D97F-3538-E1F8660B1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E9832-EE4A-8F40-AEB6-4F6B0EE5F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C0F03-1A49-0E8C-DB8D-DE92357F5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F7C8F-00E6-3A81-5C83-75A0B01B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06A65-B419-48CA-FCD1-40C65600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8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9821-0B7A-A9FD-AE6B-43C20ACB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0552-96A3-ECAE-B715-5750C7B36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94F00-E4A3-B887-1226-1AEA5B77D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7BA79-B59B-0AA3-4659-BF113237F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5B698-1195-FA3D-6845-DED58F192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DA092-DFBB-B4CC-A69A-736C31D0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42D36-7DF9-2F27-BDFC-93FF3142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53AB8-8885-D7AD-F2BB-EECB83D8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6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21E1-D3DD-920E-D338-585592A2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78E26-BD42-9C43-75C0-33FDFF31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9D064-6488-D155-5C92-D04C442D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B9CFF-71CC-B266-E1EB-105E3E23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00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3D4737-D93A-74FD-E17E-E63015F5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576BE-A162-FB87-E596-86163CCB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EFD5E-3D8A-E8F3-CA74-E6E1A232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3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341F-B91E-6C0D-1376-B04B372C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8310D-C6F4-9AD7-51B3-7C958715F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B849A-554E-A5BF-395E-6A4A05A3E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0DE67-8758-FD87-014D-D9908248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60EE5-7DD7-F92C-F30A-CB2554F1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508E8-456B-A404-76E2-DCE5A67A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4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DEEC0-174E-4C11-AFFD-987497E3F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8E157-3AC7-B42C-0E5B-F30805E3C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F47E9-DB2E-C872-6C74-838E440CC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C0F4E-6DBC-9193-811D-D41E95F1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1331E-3B13-B864-C4F5-5DE915C2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FD075-24B7-2AC8-8F29-6B2A4BD3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1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3237-24C2-8B8E-7346-9D6A401E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1AF08-030F-7368-BBEA-C67E1C8A0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71228-9250-BC58-92FE-DBDCE118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9E89-8AD4-74EE-CE31-23EDC2E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0F970-9EA6-8332-37FC-D96BF5BC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9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99C9C-50E8-B9AB-5BA8-662819962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7D576-EEC7-21CB-7D1B-8CE031032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7604D-A059-066C-7156-48551FC6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DA0A3-7FC7-7106-529D-B4074784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0E89-4BB0-3C75-98B2-AA09CCA2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4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7C5D9-9425-EC71-81F8-3783C8A7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3DEDA-8D00-9633-B127-05936AD45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F7B4B-263B-95C8-AECB-5EC4F0E65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F5821-41A8-4448-8803-947E2F4D2F68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829C8-F2D1-42E3-12EA-0EB790B9A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5A45A-376A-889E-474C-94386283B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D0A24-B569-5445-9553-A7E934A78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9CD-700C-9A05-6282-1C07EE629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CIDM 6312-CHARTS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709FB-1569-01A6-C845-B40CE3B307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Bolaji Muyiwa</a:t>
            </a:r>
          </a:p>
        </p:txBody>
      </p:sp>
    </p:spTree>
    <p:extLst>
      <p:ext uri="{BB962C8B-B14F-4D97-AF65-F5344CB8AC3E}">
        <p14:creationId xmlns:p14="http://schemas.microsoft.com/office/powerpoint/2010/main" val="47724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lowchart: Document 5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A36CE-7595-37CB-4468-077A335D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Column Chart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825001EC-75BB-DA02-B948-7541F5A43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7306" y="1224757"/>
            <a:ext cx="8001581" cy="466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0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3F730-9902-E41C-0A5D-7F87D192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Scatter Chart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F1D679-3BCA-F841-C640-CA5E94C99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4077" y="932642"/>
            <a:ext cx="7797284" cy="449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63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C99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D5E67-8F56-4E94-1F7E-F7E2534B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Bubble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E57EF6-F38F-AA03-3B24-BD0B6D72F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9216" y="1253330"/>
            <a:ext cx="8102397" cy="469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7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A39D9-06CB-A1C2-7031-2571426B0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Single Line Chart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7640811-A973-4368-F272-BFD5FE0F7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7411" y="1356067"/>
            <a:ext cx="7656129" cy="441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3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F4F8A9-6924-9F5C-7C4A-E6379427B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954" y="1253331"/>
            <a:ext cx="7660868" cy="442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83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345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AAD4F-6504-BD2B-AEB0-09B62A8D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Clustered Column Chart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751A130-2C41-816A-C47B-E041AE959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6225" y="627019"/>
            <a:ext cx="7626073" cy="441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18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74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A04E2-CC8D-011C-805E-3552BD8C8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Stacked Column Chart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A0A8672-7E00-08F9-4376-CE6FAA7FF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452" y="1253330"/>
            <a:ext cx="8069325" cy="462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21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84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93FDF-8FF0-9874-17B0-BA04179B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Choropleth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3A4CD2-7145-A734-76BE-F40C0B03D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4177" y="1380782"/>
            <a:ext cx="7772362" cy="452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4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</TotalTime>
  <Words>21</Words>
  <Application>Microsoft Macintosh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CIDM 6312-CHARTS</vt:lpstr>
      <vt:lpstr>Column Chart</vt:lpstr>
      <vt:lpstr>Scatter Chart</vt:lpstr>
      <vt:lpstr>Bubble chart</vt:lpstr>
      <vt:lpstr>Single Line Chart</vt:lpstr>
      <vt:lpstr>PowerPoint Presentation</vt:lpstr>
      <vt:lpstr>Clustered Column Chart</vt:lpstr>
      <vt:lpstr>Stacked Column Chart</vt:lpstr>
      <vt:lpstr>Choropleth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BOLAJI MUYIWA</dc:creator>
  <cp:lastModifiedBy>BOLAJI MUYIWA</cp:lastModifiedBy>
  <cp:revision>5</cp:revision>
  <dcterms:created xsi:type="dcterms:W3CDTF">2025-02-01T03:44:03Z</dcterms:created>
  <dcterms:modified xsi:type="dcterms:W3CDTF">2025-10-29T00:22:12Z</dcterms:modified>
</cp:coreProperties>
</file>