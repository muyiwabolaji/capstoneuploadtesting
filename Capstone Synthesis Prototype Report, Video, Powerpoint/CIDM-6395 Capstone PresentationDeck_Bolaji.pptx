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754"/>
    <p:restoredTop sz="94647"/>
  </p:normalViewPr>
  <p:slideViewPr>
    <p:cSldViewPr>
      <p:cViewPr varScale="1">
        <p:scale>
          <a:sx n="76" d="100"/>
          <a:sy n="76" d="100"/>
        </p:scale>
        <p:origin x="208" y="1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48230" cy="6858000"/>
          </a:xfrm>
          <a:custGeom>
            <a:avLst/>
            <a:gdLst/>
            <a:ahLst/>
            <a:cxnLst/>
            <a:rect l="l" t="t" r="r" b="b"/>
            <a:pathLst>
              <a:path w="2348230" h="6858000">
                <a:moveTo>
                  <a:pt x="2347785" y="0"/>
                </a:moveTo>
                <a:lnTo>
                  <a:pt x="2347785" y="6858000"/>
                </a:lnTo>
                <a:lnTo>
                  <a:pt x="0" y="6857995"/>
                </a:lnTo>
                <a:lnTo>
                  <a:pt x="0" y="0"/>
                </a:lnTo>
                <a:lnTo>
                  <a:pt x="2347785" y="0"/>
                </a:lnTo>
                <a:close/>
              </a:path>
            </a:pathLst>
          </a:custGeom>
          <a:solidFill>
            <a:srgbClr val="4500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348230" cy="6858000"/>
          </a:xfrm>
          <a:custGeom>
            <a:avLst/>
            <a:gdLst/>
            <a:ahLst/>
            <a:cxnLst/>
            <a:rect l="l" t="t" r="r" b="b"/>
            <a:pathLst>
              <a:path w="2348230" h="6858000">
                <a:moveTo>
                  <a:pt x="2347785" y="0"/>
                </a:moveTo>
                <a:lnTo>
                  <a:pt x="2347785" y="6858000"/>
                </a:lnTo>
                <a:lnTo>
                  <a:pt x="0" y="6857996"/>
                </a:lnTo>
              </a:path>
            </a:pathLst>
          </a:custGeom>
          <a:ln w="12700">
            <a:solidFill>
              <a:srgbClr val="551D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813057" y="0"/>
            <a:ext cx="379095" cy="6858000"/>
          </a:xfrm>
          <a:custGeom>
            <a:avLst/>
            <a:gdLst/>
            <a:ahLst/>
            <a:cxnLst/>
            <a:rect l="l" t="t" r="r" b="b"/>
            <a:pathLst>
              <a:path w="379095" h="6858000">
                <a:moveTo>
                  <a:pt x="0" y="6857994"/>
                </a:moveTo>
                <a:lnTo>
                  <a:pt x="0" y="0"/>
                </a:lnTo>
                <a:lnTo>
                  <a:pt x="378942" y="0"/>
                </a:lnTo>
                <a:lnTo>
                  <a:pt x="378942" y="6857994"/>
                </a:lnTo>
                <a:lnTo>
                  <a:pt x="0" y="6857994"/>
                </a:lnTo>
                <a:close/>
              </a:path>
            </a:pathLst>
          </a:custGeom>
          <a:solidFill>
            <a:srgbClr val="4500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813058" y="0"/>
            <a:ext cx="379095" cy="6858000"/>
          </a:xfrm>
          <a:custGeom>
            <a:avLst/>
            <a:gdLst/>
            <a:ahLst/>
            <a:cxnLst/>
            <a:rect l="l" t="t" r="r" b="b"/>
            <a:pathLst>
              <a:path w="379095" h="6858000">
                <a:moveTo>
                  <a:pt x="378942" y="6857995"/>
                </a:moveTo>
                <a:lnTo>
                  <a:pt x="0" y="6858000"/>
                </a:lnTo>
                <a:lnTo>
                  <a:pt x="0" y="0"/>
                </a:lnTo>
              </a:path>
            </a:pathLst>
          </a:custGeom>
          <a:ln w="12700">
            <a:solidFill>
              <a:srgbClr val="551D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500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92000" y="6858000"/>
                </a:lnTo>
                <a:lnTo>
                  <a:pt x="0" y="6857999"/>
                </a:lnTo>
              </a:path>
            </a:pathLst>
          </a:custGeom>
          <a:ln w="12700">
            <a:solidFill>
              <a:srgbClr val="551D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48230" cy="6858000"/>
          </a:xfrm>
          <a:custGeom>
            <a:avLst/>
            <a:gdLst/>
            <a:ahLst/>
            <a:cxnLst/>
            <a:rect l="l" t="t" r="r" b="b"/>
            <a:pathLst>
              <a:path w="2348230" h="6858000">
                <a:moveTo>
                  <a:pt x="2347785" y="0"/>
                </a:moveTo>
                <a:lnTo>
                  <a:pt x="2347785" y="6858000"/>
                </a:lnTo>
                <a:lnTo>
                  <a:pt x="0" y="6857995"/>
                </a:lnTo>
                <a:lnTo>
                  <a:pt x="0" y="0"/>
                </a:lnTo>
                <a:lnTo>
                  <a:pt x="2347785" y="0"/>
                </a:lnTo>
                <a:close/>
              </a:path>
            </a:pathLst>
          </a:custGeom>
          <a:solidFill>
            <a:srgbClr val="4500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348230" cy="6858000"/>
          </a:xfrm>
          <a:custGeom>
            <a:avLst/>
            <a:gdLst/>
            <a:ahLst/>
            <a:cxnLst/>
            <a:rect l="l" t="t" r="r" b="b"/>
            <a:pathLst>
              <a:path w="2348230" h="6858000">
                <a:moveTo>
                  <a:pt x="2347785" y="0"/>
                </a:moveTo>
                <a:lnTo>
                  <a:pt x="2347785" y="6858000"/>
                </a:lnTo>
                <a:lnTo>
                  <a:pt x="0" y="6857996"/>
                </a:lnTo>
              </a:path>
            </a:pathLst>
          </a:custGeom>
          <a:ln w="12700">
            <a:solidFill>
              <a:srgbClr val="551D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50853" y="1349755"/>
            <a:ext cx="8690292" cy="1583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26553" y="2157476"/>
            <a:ext cx="6663690" cy="424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500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19199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12700">
            <a:solidFill>
              <a:srgbClr val="551D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76604" y="1355852"/>
            <a:ext cx="6226810" cy="209804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065" marR="5080" algn="ctr">
              <a:lnSpc>
                <a:spcPts val="5810"/>
              </a:lnSpc>
              <a:spcBef>
                <a:spcPts val="850"/>
              </a:spcBef>
            </a:pPr>
            <a:r>
              <a:rPr sz="5400" spc="-380" dirty="0"/>
              <a:t>Capstone</a:t>
            </a:r>
            <a:r>
              <a:rPr sz="5400" spc="-275" dirty="0"/>
              <a:t> </a:t>
            </a:r>
            <a:r>
              <a:rPr sz="5400" spc="-270" dirty="0"/>
              <a:t>Presentation </a:t>
            </a:r>
            <a:r>
              <a:rPr sz="5400" spc="-405" dirty="0"/>
              <a:t>CIDM-</a:t>
            </a:r>
            <a:r>
              <a:rPr sz="5400" spc="-290" dirty="0"/>
              <a:t>6395</a:t>
            </a:r>
            <a:endParaRPr sz="5400" dirty="0"/>
          </a:p>
          <a:p>
            <a:pPr algn="ctr">
              <a:lnSpc>
                <a:spcPts val="3950"/>
              </a:lnSpc>
            </a:pPr>
            <a:r>
              <a:rPr lang="en-US" sz="3600" spc="-235" dirty="0"/>
              <a:t>Fall</a:t>
            </a:r>
            <a:r>
              <a:rPr sz="3600" spc="-150" dirty="0"/>
              <a:t> </a:t>
            </a:r>
            <a:r>
              <a:rPr sz="3600" spc="-20" dirty="0"/>
              <a:t>202</a:t>
            </a:r>
            <a:r>
              <a:rPr lang="en-US" sz="3600" spc="-20" dirty="0"/>
              <a:t>5</a:t>
            </a:r>
            <a:endParaRPr sz="3600" dirty="0"/>
          </a:p>
        </p:txBody>
      </p:sp>
      <p:sp>
        <p:nvSpPr>
          <p:cNvPr id="5" name="object 5"/>
          <p:cNvSpPr/>
          <p:nvPr/>
        </p:nvSpPr>
        <p:spPr>
          <a:xfrm>
            <a:off x="4728339" y="5471260"/>
            <a:ext cx="4006850" cy="323850"/>
          </a:xfrm>
          <a:custGeom>
            <a:avLst/>
            <a:gdLst/>
            <a:ahLst/>
            <a:cxnLst/>
            <a:rect l="l" t="t" r="r" b="b"/>
            <a:pathLst>
              <a:path w="4006850" h="323850">
                <a:moveTo>
                  <a:pt x="79968" y="8268"/>
                </a:moveTo>
                <a:lnTo>
                  <a:pt x="0" y="8268"/>
                </a:lnTo>
                <a:lnTo>
                  <a:pt x="87367" y="315972"/>
                </a:lnTo>
                <a:lnTo>
                  <a:pt x="161250" y="315972"/>
                </a:lnTo>
                <a:lnTo>
                  <a:pt x="191350" y="212986"/>
                </a:lnTo>
                <a:lnTo>
                  <a:pt x="128643" y="212986"/>
                </a:lnTo>
                <a:lnTo>
                  <a:pt x="79968" y="8268"/>
                </a:lnTo>
                <a:close/>
              </a:path>
              <a:path w="4006850" h="323850">
                <a:moveTo>
                  <a:pt x="288905" y="107782"/>
                </a:moveTo>
                <a:lnTo>
                  <a:pt x="223389" y="107782"/>
                </a:lnTo>
                <a:lnTo>
                  <a:pt x="284236" y="315972"/>
                </a:lnTo>
                <a:lnTo>
                  <a:pt x="357695" y="315972"/>
                </a:lnTo>
                <a:lnTo>
                  <a:pt x="387078" y="212986"/>
                </a:lnTo>
                <a:lnTo>
                  <a:pt x="317265" y="212986"/>
                </a:lnTo>
                <a:lnTo>
                  <a:pt x="288905" y="107782"/>
                </a:lnTo>
                <a:close/>
              </a:path>
              <a:path w="4006850" h="323850">
                <a:moveTo>
                  <a:pt x="262079" y="8268"/>
                </a:moveTo>
                <a:lnTo>
                  <a:pt x="184722" y="8268"/>
                </a:lnTo>
                <a:lnTo>
                  <a:pt x="129959" y="212986"/>
                </a:lnTo>
                <a:lnTo>
                  <a:pt x="191350" y="212986"/>
                </a:lnTo>
                <a:lnTo>
                  <a:pt x="222097" y="107782"/>
                </a:lnTo>
                <a:lnTo>
                  <a:pt x="288905" y="107782"/>
                </a:lnTo>
                <a:lnTo>
                  <a:pt x="262079" y="8268"/>
                </a:lnTo>
                <a:close/>
              </a:path>
              <a:path w="4006850" h="323850">
                <a:moveTo>
                  <a:pt x="445486" y="8268"/>
                </a:moveTo>
                <a:lnTo>
                  <a:pt x="368126" y="8268"/>
                </a:lnTo>
                <a:lnTo>
                  <a:pt x="318579" y="212986"/>
                </a:lnTo>
                <a:lnTo>
                  <a:pt x="387078" y="212986"/>
                </a:lnTo>
                <a:lnTo>
                  <a:pt x="445486" y="8268"/>
                </a:lnTo>
                <a:close/>
              </a:path>
              <a:path w="4006850" h="323850">
                <a:moveTo>
                  <a:pt x="697116" y="8268"/>
                </a:moveTo>
                <a:lnTo>
                  <a:pt x="490241" y="8268"/>
                </a:lnTo>
                <a:lnTo>
                  <a:pt x="490241" y="315972"/>
                </a:lnTo>
                <a:lnTo>
                  <a:pt x="704940" y="315972"/>
                </a:lnTo>
                <a:lnTo>
                  <a:pt x="704940" y="252518"/>
                </a:lnTo>
                <a:lnTo>
                  <a:pt x="561963" y="252518"/>
                </a:lnTo>
                <a:lnTo>
                  <a:pt x="561963" y="188644"/>
                </a:lnTo>
                <a:lnTo>
                  <a:pt x="689742" y="188644"/>
                </a:lnTo>
                <a:lnTo>
                  <a:pt x="689742" y="129092"/>
                </a:lnTo>
                <a:lnTo>
                  <a:pt x="561963" y="129092"/>
                </a:lnTo>
                <a:lnTo>
                  <a:pt x="561963" y="70852"/>
                </a:lnTo>
                <a:lnTo>
                  <a:pt x="697116" y="70852"/>
                </a:lnTo>
                <a:lnTo>
                  <a:pt x="697116" y="8268"/>
                </a:lnTo>
                <a:close/>
              </a:path>
              <a:path w="4006850" h="323850">
                <a:moveTo>
                  <a:pt x="790571" y="229921"/>
                </a:moveTo>
                <a:lnTo>
                  <a:pt x="741894" y="279467"/>
                </a:lnTo>
                <a:lnTo>
                  <a:pt x="752752" y="289500"/>
                </a:lnTo>
                <a:lnTo>
                  <a:pt x="764919" y="298316"/>
                </a:lnTo>
                <a:lnTo>
                  <a:pt x="808734" y="317313"/>
                </a:lnTo>
                <a:lnTo>
                  <a:pt x="857051" y="323796"/>
                </a:lnTo>
                <a:lnTo>
                  <a:pt x="868266" y="323417"/>
                </a:lnTo>
                <a:lnTo>
                  <a:pt x="911306" y="314258"/>
                </a:lnTo>
                <a:lnTo>
                  <a:pt x="946600" y="292299"/>
                </a:lnTo>
                <a:lnTo>
                  <a:pt x="967006" y="262504"/>
                </a:lnTo>
                <a:lnTo>
                  <a:pt x="857051" y="262504"/>
                </a:lnTo>
                <a:lnTo>
                  <a:pt x="848230" y="261942"/>
                </a:lnTo>
                <a:lnTo>
                  <a:pt x="848019" y="261942"/>
                </a:lnTo>
                <a:lnTo>
                  <a:pt x="838747" y="260175"/>
                </a:lnTo>
                <a:lnTo>
                  <a:pt x="803654" y="242694"/>
                </a:lnTo>
                <a:lnTo>
                  <a:pt x="796660" y="236594"/>
                </a:lnTo>
                <a:lnTo>
                  <a:pt x="790571" y="229921"/>
                </a:lnTo>
                <a:close/>
              </a:path>
              <a:path w="4006850" h="323850">
                <a:moveTo>
                  <a:pt x="876176" y="444"/>
                </a:moveTo>
                <a:lnTo>
                  <a:pt x="833163" y="5875"/>
                </a:lnTo>
                <a:lnTo>
                  <a:pt x="794918" y="23046"/>
                </a:lnTo>
                <a:lnTo>
                  <a:pt x="767524" y="53046"/>
                </a:lnTo>
                <a:lnTo>
                  <a:pt x="757093" y="96930"/>
                </a:lnTo>
                <a:lnTo>
                  <a:pt x="757516" y="106968"/>
                </a:lnTo>
                <a:lnTo>
                  <a:pt x="771658" y="145829"/>
                </a:lnTo>
                <a:lnTo>
                  <a:pt x="806872" y="173846"/>
                </a:lnTo>
                <a:lnTo>
                  <a:pt x="843165" y="187500"/>
                </a:lnTo>
                <a:lnTo>
                  <a:pt x="856747" y="191967"/>
                </a:lnTo>
                <a:lnTo>
                  <a:pt x="892409" y="210211"/>
                </a:lnTo>
                <a:lnTo>
                  <a:pt x="899645" y="223248"/>
                </a:lnTo>
                <a:lnTo>
                  <a:pt x="899645" y="235134"/>
                </a:lnTo>
                <a:lnTo>
                  <a:pt x="867931" y="261942"/>
                </a:lnTo>
                <a:lnTo>
                  <a:pt x="862549" y="262504"/>
                </a:lnTo>
                <a:lnTo>
                  <a:pt x="967006" y="262504"/>
                </a:lnTo>
                <a:lnTo>
                  <a:pt x="969219" y="257261"/>
                </a:lnTo>
                <a:lnTo>
                  <a:pt x="969344" y="256964"/>
                </a:lnTo>
                <a:lnTo>
                  <a:pt x="972398" y="245945"/>
                </a:lnTo>
                <a:lnTo>
                  <a:pt x="974232" y="234032"/>
                </a:lnTo>
                <a:lnTo>
                  <a:pt x="974747" y="223248"/>
                </a:lnTo>
                <a:lnTo>
                  <a:pt x="974844" y="221227"/>
                </a:lnTo>
                <a:lnTo>
                  <a:pt x="965709" y="182769"/>
                </a:lnTo>
                <a:lnTo>
                  <a:pt x="935533" y="151949"/>
                </a:lnTo>
                <a:lnTo>
                  <a:pt x="895197" y="134139"/>
                </a:lnTo>
                <a:lnTo>
                  <a:pt x="871974" y="126341"/>
                </a:lnTo>
                <a:lnTo>
                  <a:pt x="865465" y="124087"/>
                </a:lnTo>
                <a:lnTo>
                  <a:pt x="832951" y="102143"/>
                </a:lnTo>
                <a:lnTo>
                  <a:pt x="831847" y="97796"/>
                </a:lnTo>
                <a:lnTo>
                  <a:pt x="831847" y="86499"/>
                </a:lnTo>
                <a:lnTo>
                  <a:pt x="864941" y="62162"/>
                </a:lnTo>
                <a:lnTo>
                  <a:pt x="869952" y="61713"/>
                </a:lnTo>
                <a:lnTo>
                  <a:pt x="954784" y="61713"/>
                </a:lnTo>
                <a:lnTo>
                  <a:pt x="977005" y="38268"/>
                </a:lnTo>
                <a:lnTo>
                  <a:pt x="942583" y="15353"/>
                </a:lnTo>
                <a:lnTo>
                  <a:pt x="902533" y="2838"/>
                </a:lnTo>
                <a:lnTo>
                  <a:pt x="889285" y="1043"/>
                </a:lnTo>
                <a:lnTo>
                  <a:pt x="876176" y="444"/>
                </a:lnTo>
                <a:close/>
              </a:path>
              <a:path w="4006850" h="323850">
                <a:moveTo>
                  <a:pt x="954784" y="61713"/>
                </a:moveTo>
                <a:lnTo>
                  <a:pt x="874885" y="61713"/>
                </a:lnTo>
                <a:lnTo>
                  <a:pt x="882122" y="62162"/>
                </a:lnTo>
                <a:lnTo>
                  <a:pt x="889493" y="63510"/>
                </a:lnTo>
                <a:lnTo>
                  <a:pt x="924491" y="82466"/>
                </a:lnTo>
                <a:lnTo>
                  <a:pt x="929645" y="88235"/>
                </a:lnTo>
                <a:lnTo>
                  <a:pt x="954784" y="61713"/>
                </a:lnTo>
                <a:close/>
              </a:path>
              <a:path w="4006850" h="323850">
                <a:moveTo>
                  <a:pt x="1163024" y="71721"/>
                </a:moveTo>
                <a:lnTo>
                  <a:pt x="1088715" y="71721"/>
                </a:lnTo>
                <a:lnTo>
                  <a:pt x="1088715" y="315972"/>
                </a:lnTo>
                <a:lnTo>
                  <a:pt x="1163024" y="315972"/>
                </a:lnTo>
                <a:lnTo>
                  <a:pt x="1163024" y="71721"/>
                </a:lnTo>
                <a:close/>
              </a:path>
              <a:path w="4006850" h="323850">
                <a:moveTo>
                  <a:pt x="1249945" y="8268"/>
                </a:moveTo>
                <a:lnTo>
                  <a:pt x="1001792" y="8268"/>
                </a:lnTo>
                <a:lnTo>
                  <a:pt x="1001792" y="71721"/>
                </a:lnTo>
                <a:lnTo>
                  <a:pt x="1249945" y="71721"/>
                </a:lnTo>
                <a:lnTo>
                  <a:pt x="1249945" y="8268"/>
                </a:lnTo>
                <a:close/>
              </a:path>
              <a:path w="4006850" h="323850">
                <a:moveTo>
                  <a:pt x="1529410" y="71721"/>
                </a:moveTo>
                <a:lnTo>
                  <a:pt x="1455103" y="71721"/>
                </a:lnTo>
                <a:lnTo>
                  <a:pt x="1455103" y="315972"/>
                </a:lnTo>
                <a:lnTo>
                  <a:pt x="1529410" y="315972"/>
                </a:lnTo>
                <a:lnTo>
                  <a:pt x="1529410" y="71721"/>
                </a:lnTo>
                <a:close/>
              </a:path>
              <a:path w="4006850" h="323850">
                <a:moveTo>
                  <a:pt x="1616335" y="8268"/>
                </a:moveTo>
                <a:lnTo>
                  <a:pt x="1368182" y="8268"/>
                </a:lnTo>
                <a:lnTo>
                  <a:pt x="1368182" y="71721"/>
                </a:lnTo>
                <a:lnTo>
                  <a:pt x="1616335" y="71721"/>
                </a:lnTo>
                <a:lnTo>
                  <a:pt x="1616335" y="8268"/>
                </a:lnTo>
                <a:close/>
              </a:path>
              <a:path w="4006850" h="323850">
                <a:moveTo>
                  <a:pt x="1870146" y="8268"/>
                </a:moveTo>
                <a:lnTo>
                  <a:pt x="1663270" y="8268"/>
                </a:lnTo>
                <a:lnTo>
                  <a:pt x="1663270" y="315972"/>
                </a:lnTo>
                <a:lnTo>
                  <a:pt x="1877970" y="315972"/>
                </a:lnTo>
                <a:lnTo>
                  <a:pt x="1877970" y="252518"/>
                </a:lnTo>
                <a:lnTo>
                  <a:pt x="1734997" y="252518"/>
                </a:lnTo>
                <a:lnTo>
                  <a:pt x="1734997" y="188644"/>
                </a:lnTo>
                <a:lnTo>
                  <a:pt x="1862771" y="188644"/>
                </a:lnTo>
                <a:lnTo>
                  <a:pt x="1862771" y="129092"/>
                </a:lnTo>
                <a:lnTo>
                  <a:pt x="1734997" y="129092"/>
                </a:lnTo>
                <a:lnTo>
                  <a:pt x="1734997" y="70852"/>
                </a:lnTo>
                <a:lnTo>
                  <a:pt x="1870146" y="70852"/>
                </a:lnTo>
                <a:lnTo>
                  <a:pt x="1870146" y="8268"/>
                </a:lnTo>
                <a:close/>
              </a:path>
              <a:path w="4006850" h="323850">
                <a:moveTo>
                  <a:pt x="2003140" y="8268"/>
                </a:moveTo>
                <a:lnTo>
                  <a:pt x="1913609" y="8268"/>
                </a:lnTo>
                <a:lnTo>
                  <a:pt x="2012701" y="153430"/>
                </a:lnTo>
                <a:lnTo>
                  <a:pt x="1904918" y="315972"/>
                </a:lnTo>
                <a:lnTo>
                  <a:pt x="1993576" y="315972"/>
                </a:lnTo>
                <a:lnTo>
                  <a:pt x="2058325" y="207323"/>
                </a:lnTo>
                <a:lnTo>
                  <a:pt x="2143018" y="207323"/>
                </a:lnTo>
                <a:lnTo>
                  <a:pt x="2106127" y="153430"/>
                </a:lnTo>
                <a:lnTo>
                  <a:pt x="2139356" y="103884"/>
                </a:lnTo>
                <a:lnTo>
                  <a:pt x="2060511" y="103884"/>
                </a:lnTo>
                <a:lnTo>
                  <a:pt x="2003140" y="8268"/>
                </a:lnTo>
                <a:close/>
              </a:path>
              <a:path w="4006850" h="323850">
                <a:moveTo>
                  <a:pt x="2143018" y="207323"/>
                </a:moveTo>
                <a:lnTo>
                  <a:pt x="2058325" y="207323"/>
                </a:lnTo>
                <a:lnTo>
                  <a:pt x="2125698" y="315972"/>
                </a:lnTo>
                <a:lnTo>
                  <a:pt x="2217390" y="315972"/>
                </a:lnTo>
                <a:lnTo>
                  <a:pt x="2143018" y="207323"/>
                </a:lnTo>
                <a:close/>
              </a:path>
              <a:path w="4006850" h="323850">
                <a:moveTo>
                  <a:pt x="2203484" y="8268"/>
                </a:moveTo>
                <a:lnTo>
                  <a:pt x="2117007" y="8268"/>
                </a:lnTo>
                <a:lnTo>
                  <a:pt x="2060511" y="103884"/>
                </a:lnTo>
                <a:lnTo>
                  <a:pt x="2139356" y="103884"/>
                </a:lnTo>
                <a:lnTo>
                  <a:pt x="2203484" y="8268"/>
                </a:lnTo>
                <a:close/>
              </a:path>
              <a:path w="4006850" h="323850">
                <a:moveTo>
                  <a:pt x="2422104" y="8268"/>
                </a:moveTo>
                <a:lnTo>
                  <a:pt x="2349957" y="8268"/>
                </a:lnTo>
                <a:lnTo>
                  <a:pt x="2220868" y="315972"/>
                </a:lnTo>
                <a:lnTo>
                  <a:pt x="2301706" y="315972"/>
                </a:lnTo>
                <a:lnTo>
                  <a:pt x="2324307" y="255574"/>
                </a:lnTo>
                <a:lnTo>
                  <a:pt x="2524800" y="255574"/>
                </a:lnTo>
                <a:lnTo>
                  <a:pt x="2500069" y="196018"/>
                </a:lnTo>
                <a:lnTo>
                  <a:pt x="2345613" y="196018"/>
                </a:lnTo>
                <a:lnTo>
                  <a:pt x="2384725" y="90397"/>
                </a:lnTo>
                <a:lnTo>
                  <a:pt x="2456209" y="90397"/>
                </a:lnTo>
                <a:lnTo>
                  <a:pt x="2422104" y="8268"/>
                </a:lnTo>
                <a:close/>
              </a:path>
              <a:path w="4006850" h="323850">
                <a:moveTo>
                  <a:pt x="2524800" y="255574"/>
                </a:moveTo>
                <a:lnTo>
                  <a:pt x="2443387" y="255574"/>
                </a:lnTo>
                <a:lnTo>
                  <a:pt x="2467303" y="315972"/>
                </a:lnTo>
                <a:lnTo>
                  <a:pt x="2549881" y="315972"/>
                </a:lnTo>
                <a:lnTo>
                  <a:pt x="2524800" y="255574"/>
                </a:lnTo>
                <a:close/>
              </a:path>
              <a:path w="4006850" h="323850">
                <a:moveTo>
                  <a:pt x="2456209" y="90397"/>
                </a:moveTo>
                <a:lnTo>
                  <a:pt x="2384725" y="90397"/>
                </a:lnTo>
                <a:lnTo>
                  <a:pt x="2422974" y="196018"/>
                </a:lnTo>
                <a:lnTo>
                  <a:pt x="2500069" y="196018"/>
                </a:lnTo>
                <a:lnTo>
                  <a:pt x="2456209" y="90397"/>
                </a:lnTo>
                <a:close/>
              </a:path>
              <a:path w="4006850" h="323850">
                <a:moveTo>
                  <a:pt x="2612020" y="229921"/>
                </a:moveTo>
                <a:lnTo>
                  <a:pt x="2563341" y="279467"/>
                </a:lnTo>
                <a:lnTo>
                  <a:pt x="2574209" y="289500"/>
                </a:lnTo>
                <a:lnTo>
                  <a:pt x="2586376" y="298316"/>
                </a:lnTo>
                <a:lnTo>
                  <a:pt x="2630195" y="317313"/>
                </a:lnTo>
                <a:lnTo>
                  <a:pt x="2678518" y="323796"/>
                </a:lnTo>
                <a:lnTo>
                  <a:pt x="2689744" y="323417"/>
                </a:lnTo>
                <a:lnTo>
                  <a:pt x="2732760" y="314258"/>
                </a:lnTo>
                <a:lnTo>
                  <a:pt x="2768067" y="292299"/>
                </a:lnTo>
                <a:lnTo>
                  <a:pt x="2788446" y="262504"/>
                </a:lnTo>
                <a:lnTo>
                  <a:pt x="2678518" y="262504"/>
                </a:lnTo>
                <a:lnTo>
                  <a:pt x="2669701" y="261942"/>
                </a:lnTo>
                <a:lnTo>
                  <a:pt x="2669490" y="261942"/>
                </a:lnTo>
                <a:lnTo>
                  <a:pt x="2660211" y="260175"/>
                </a:lnTo>
                <a:lnTo>
                  <a:pt x="2625115" y="242694"/>
                </a:lnTo>
                <a:lnTo>
                  <a:pt x="2618123" y="236594"/>
                </a:lnTo>
                <a:lnTo>
                  <a:pt x="2612020" y="229921"/>
                </a:lnTo>
                <a:close/>
              </a:path>
              <a:path w="4006850" h="323850">
                <a:moveTo>
                  <a:pt x="2697647" y="444"/>
                </a:moveTo>
                <a:lnTo>
                  <a:pt x="2654617" y="5875"/>
                </a:lnTo>
                <a:lnTo>
                  <a:pt x="2616363" y="23046"/>
                </a:lnTo>
                <a:lnTo>
                  <a:pt x="2588997" y="53046"/>
                </a:lnTo>
                <a:lnTo>
                  <a:pt x="2581275" y="72795"/>
                </a:lnTo>
                <a:lnTo>
                  <a:pt x="2581171" y="73130"/>
                </a:lnTo>
                <a:lnTo>
                  <a:pt x="2579215" y="84566"/>
                </a:lnTo>
                <a:lnTo>
                  <a:pt x="2578563" y="96930"/>
                </a:lnTo>
                <a:lnTo>
                  <a:pt x="2578926" y="105620"/>
                </a:lnTo>
                <a:lnTo>
                  <a:pt x="2578982" y="106968"/>
                </a:lnTo>
                <a:lnTo>
                  <a:pt x="2593106" y="145829"/>
                </a:lnTo>
                <a:lnTo>
                  <a:pt x="2628310" y="173846"/>
                </a:lnTo>
                <a:lnTo>
                  <a:pt x="2671610" y="189775"/>
                </a:lnTo>
                <a:lnTo>
                  <a:pt x="2692353" y="196816"/>
                </a:lnTo>
                <a:lnTo>
                  <a:pt x="2721107" y="223248"/>
                </a:lnTo>
                <a:lnTo>
                  <a:pt x="2721107" y="235134"/>
                </a:lnTo>
                <a:lnTo>
                  <a:pt x="2689386" y="261942"/>
                </a:lnTo>
                <a:lnTo>
                  <a:pt x="2684012" y="262504"/>
                </a:lnTo>
                <a:lnTo>
                  <a:pt x="2788446" y="262504"/>
                </a:lnTo>
                <a:lnTo>
                  <a:pt x="2790658" y="257261"/>
                </a:lnTo>
                <a:lnTo>
                  <a:pt x="2790783" y="256964"/>
                </a:lnTo>
                <a:lnTo>
                  <a:pt x="2793842" y="245945"/>
                </a:lnTo>
                <a:lnTo>
                  <a:pt x="2795683" y="234032"/>
                </a:lnTo>
                <a:lnTo>
                  <a:pt x="2796201" y="223248"/>
                </a:lnTo>
                <a:lnTo>
                  <a:pt x="2796298" y="221227"/>
                </a:lnTo>
                <a:lnTo>
                  <a:pt x="2787195" y="182769"/>
                </a:lnTo>
                <a:lnTo>
                  <a:pt x="2756999" y="151949"/>
                </a:lnTo>
                <a:lnTo>
                  <a:pt x="2716665" y="134139"/>
                </a:lnTo>
                <a:lnTo>
                  <a:pt x="2693436" y="126341"/>
                </a:lnTo>
                <a:lnTo>
                  <a:pt x="2686899" y="124087"/>
                </a:lnTo>
                <a:lnTo>
                  <a:pt x="2654416" y="102143"/>
                </a:lnTo>
                <a:lnTo>
                  <a:pt x="2653333" y="97796"/>
                </a:lnTo>
                <a:lnTo>
                  <a:pt x="2653333" y="86499"/>
                </a:lnTo>
                <a:lnTo>
                  <a:pt x="2686371" y="62162"/>
                </a:lnTo>
                <a:lnTo>
                  <a:pt x="2691391" y="61713"/>
                </a:lnTo>
                <a:lnTo>
                  <a:pt x="2776242" y="61713"/>
                </a:lnTo>
                <a:lnTo>
                  <a:pt x="2798464" y="38268"/>
                </a:lnTo>
                <a:lnTo>
                  <a:pt x="2764035" y="15353"/>
                </a:lnTo>
                <a:lnTo>
                  <a:pt x="2723999" y="2838"/>
                </a:lnTo>
                <a:lnTo>
                  <a:pt x="2710761" y="1043"/>
                </a:lnTo>
                <a:lnTo>
                  <a:pt x="2697647" y="444"/>
                </a:lnTo>
                <a:close/>
              </a:path>
              <a:path w="4006850" h="323850">
                <a:moveTo>
                  <a:pt x="2776242" y="61713"/>
                </a:moveTo>
                <a:lnTo>
                  <a:pt x="2696324" y="61713"/>
                </a:lnTo>
                <a:lnTo>
                  <a:pt x="2703573" y="62162"/>
                </a:lnTo>
                <a:lnTo>
                  <a:pt x="2710951" y="63510"/>
                </a:lnTo>
                <a:lnTo>
                  <a:pt x="2745952" y="82466"/>
                </a:lnTo>
                <a:lnTo>
                  <a:pt x="2751103" y="88235"/>
                </a:lnTo>
                <a:lnTo>
                  <a:pt x="2776242" y="61713"/>
                </a:lnTo>
                <a:close/>
              </a:path>
              <a:path w="4006850" h="323850">
                <a:moveTo>
                  <a:pt x="3135723" y="8268"/>
                </a:moveTo>
                <a:lnTo>
                  <a:pt x="3063579" y="8268"/>
                </a:lnTo>
                <a:lnTo>
                  <a:pt x="2934491" y="315972"/>
                </a:lnTo>
                <a:lnTo>
                  <a:pt x="3015336" y="315972"/>
                </a:lnTo>
                <a:lnTo>
                  <a:pt x="3037954" y="255574"/>
                </a:lnTo>
                <a:lnTo>
                  <a:pt x="3238442" y="255574"/>
                </a:lnTo>
                <a:lnTo>
                  <a:pt x="3213706" y="196018"/>
                </a:lnTo>
                <a:lnTo>
                  <a:pt x="3059209" y="196018"/>
                </a:lnTo>
                <a:lnTo>
                  <a:pt x="3098347" y="90397"/>
                </a:lnTo>
                <a:lnTo>
                  <a:pt x="3169836" y="90397"/>
                </a:lnTo>
                <a:lnTo>
                  <a:pt x="3135723" y="8268"/>
                </a:lnTo>
                <a:close/>
              </a:path>
              <a:path w="4006850" h="323850">
                <a:moveTo>
                  <a:pt x="3238442" y="255574"/>
                </a:moveTo>
                <a:lnTo>
                  <a:pt x="3157018" y="255574"/>
                </a:lnTo>
                <a:lnTo>
                  <a:pt x="3180958" y="315972"/>
                </a:lnTo>
                <a:lnTo>
                  <a:pt x="3263529" y="315972"/>
                </a:lnTo>
                <a:lnTo>
                  <a:pt x="3238442" y="255574"/>
                </a:lnTo>
                <a:close/>
              </a:path>
              <a:path w="4006850" h="323850">
                <a:moveTo>
                  <a:pt x="3169836" y="90397"/>
                </a:moveTo>
                <a:lnTo>
                  <a:pt x="3098347" y="90397"/>
                </a:lnTo>
                <a:lnTo>
                  <a:pt x="3136565" y="196018"/>
                </a:lnTo>
                <a:lnTo>
                  <a:pt x="3213706" y="196018"/>
                </a:lnTo>
                <a:lnTo>
                  <a:pt x="3169836" y="90397"/>
                </a:lnTo>
                <a:close/>
              </a:path>
              <a:path w="4006850" h="323850">
                <a:moveTo>
                  <a:pt x="3418644" y="0"/>
                </a:moveTo>
                <a:lnTo>
                  <a:pt x="3409741" y="286"/>
                </a:lnTo>
                <a:lnTo>
                  <a:pt x="3410027" y="286"/>
                </a:lnTo>
                <a:lnTo>
                  <a:pt x="3401073" y="1145"/>
                </a:lnTo>
                <a:lnTo>
                  <a:pt x="3401306" y="1145"/>
                </a:lnTo>
                <a:lnTo>
                  <a:pt x="3393120" y="2447"/>
                </a:lnTo>
                <a:lnTo>
                  <a:pt x="3384557" y="4345"/>
                </a:lnTo>
                <a:lnTo>
                  <a:pt x="3347153" y="23367"/>
                </a:lnTo>
                <a:lnTo>
                  <a:pt x="3324770" y="58910"/>
                </a:lnTo>
                <a:lnTo>
                  <a:pt x="3322599" y="78251"/>
                </a:lnTo>
                <a:lnTo>
                  <a:pt x="3322999" y="85458"/>
                </a:lnTo>
                <a:lnTo>
                  <a:pt x="3323091" y="87127"/>
                </a:lnTo>
                <a:lnTo>
                  <a:pt x="3341397" y="130611"/>
                </a:lnTo>
                <a:lnTo>
                  <a:pt x="3354320" y="145161"/>
                </a:lnTo>
                <a:lnTo>
                  <a:pt x="3348086" y="148130"/>
                </a:lnTo>
                <a:lnTo>
                  <a:pt x="3313990" y="171845"/>
                </a:lnTo>
                <a:lnTo>
                  <a:pt x="3295341" y="200578"/>
                </a:lnTo>
                <a:lnTo>
                  <a:pt x="3295249" y="200791"/>
                </a:lnTo>
                <a:lnTo>
                  <a:pt x="3292957" y="207698"/>
                </a:lnTo>
                <a:lnTo>
                  <a:pt x="3291315" y="214925"/>
                </a:lnTo>
                <a:lnTo>
                  <a:pt x="3290327" y="222473"/>
                </a:lnTo>
                <a:lnTo>
                  <a:pt x="3289997" y="230346"/>
                </a:lnTo>
                <a:lnTo>
                  <a:pt x="3290435" y="238824"/>
                </a:lnTo>
                <a:lnTo>
                  <a:pt x="3290492" y="239926"/>
                </a:lnTo>
                <a:lnTo>
                  <a:pt x="3290583" y="241687"/>
                </a:lnTo>
                <a:lnTo>
                  <a:pt x="3292343" y="252241"/>
                </a:lnTo>
                <a:lnTo>
                  <a:pt x="3295163" y="261634"/>
                </a:lnTo>
                <a:lnTo>
                  <a:pt x="3295275" y="262007"/>
                </a:lnTo>
                <a:lnTo>
                  <a:pt x="3316783" y="293569"/>
                </a:lnTo>
                <a:lnTo>
                  <a:pt x="3349833" y="313534"/>
                </a:lnTo>
                <a:lnTo>
                  <a:pt x="3390020" y="321720"/>
                </a:lnTo>
                <a:lnTo>
                  <a:pt x="3400398" y="322060"/>
                </a:lnTo>
                <a:lnTo>
                  <a:pt x="3415803" y="321420"/>
                </a:lnTo>
                <a:lnTo>
                  <a:pt x="3454095" y="311837"/>
                </a:lnTo>
                <a:lnTo>
                  <a:pt x="3490347" y="286000"/>
                </a:lnTo>
                <a:lnTo>
                  <a:pt x="3579293" y="286000"/>
                </a:lnTo>
                <a:lnTo>
                  <a:pt x="3559174" y="266005"/>
                </a:lnTo>
                <a:lnTo>
                  <a:pt x="3397791" y="266005"/>
                </a:lnTo>
                <a:lnTo>
                  <a:pt x="3392738" y="265139"/>
                </a:lnTo>
                <a:lnTo>
                  <a:pt x="3364988" y="243616"/>
                </a:lnTo>
                <a:lnTo>
                  <a:pt x="3362501" y="238824"/>
                </a:lnTo>
                <a:lnTo>
                  <a:pt x="3361298" y="233394"/>
                </a:lnTo>
                <a:lnTo>
                  <a:pt x="3361298" y="227314"/>
                </a:lnTo>
                <a:lnTo>
                  <a:pt x="3381660" y="192264"/>
                </a:lnTo>
                <a:lnTo>
                  <a:pt x="3393861" y="186013"/>
                </a:lnTo>
                <a:lnTo>
                  <a:pt x="3477580" y="186013"/>
                </a:lnTo>
                <a:lnTo>
                  <a:pt x="3450807" y="158643"/>
                </a:lnTo>
                <a:lnTo>
                  <a:pt x="3485314" y="135984"/>
                </a:lnTo>
                <a:lnTo>
                  <a:pt x="3499359" y="120398"/>
                </a:lnTo>
                <a:lnTo>
                  <a:pt x="3412990" y="120398"/>
                </a:lnTo>
                <a:lnTo>
                  <a:pt x="3407680" y="115782"/>
                </a:lnTo>
                <a:lnTo>
                  <a:pt x="3389971" y="72307"/>
                </a:lnTo>
                <a:lnTo>
                  <a:pt x="3392778" y="65566"/>
                </a:lnTo>
                <a:lnTo>
                  <a:pt x="3398473" y="60209"/>
                </a:lnTo>
                <a:lnTo>
                  <a:pt x="3404011" y="54927"/>
                </a:lnTo>
                <a:lnTo>
                  <a:pt x="3411105" y="52152"/>
                </a:lnTo>
                <a:lnTo>
                  <a:pt x="3508431" y="52152"/>
                </a:lnTo>
                <a:lnTo>
                  <a:pt x="3508023" y="50776"/>
                </a:lnTo>
                <a:lnTo>
                  <a:pt x="3483208" y="18699"/>
                </a:lnTo>
                <a:lnTo>
                  <a:pt x="3444467" y="2576"/>
                </a:lnTo>
                <a:lnTo>
                  <a:pt x="3427307" y="286"/>
                </a:lnTo>
                <a:lnTo>
                  <a:pt x="3418644" y="0"/>
                </a:lnTo>
                <a:close/>
              </a:path>
              <a:path w="4006850" h="323850">
                <a:moveTo>
                  <a:pt x="3579293" y="286000"/>
                </a:moveTo>
                <a:lnTo>
                  <a:pt x="3490347" y="286000"/>
                </a:lnTo>
                <a:lnTo>
                  <a:pt x="3519501" y="315972"/>
                </a:lnTo>
                <a:lnTo>
                  <a:pt x="3609450" y="315972"/>
                </a:lnTo>
                <a:lnTo>
                  <a:pt x="3579293" y="286000"/>
                </a:lnTo>
                <a:close/>
              </a:path>
              <a:path w="4006850" h="323850">
                <a:moveTo>
                  <a:pt x="3477580" y="186013"/>
                </a:moveTo>
                <a:lnTo>
                  <a:pt x="3393861" y="186013"/>
                </a:lnTo>
                <a:lnTo>
                  <a:pt x="3448199" y="242513"/>
                </a:lnTo>
                <a:lnTo>
                  <a:pt x="3443884" y="247843"/>
                </a:lnTo>
                <a:lnTo>
                  <a:pt x="3409991" y="265622"/>
                </a:lnTo>
                <a:lnTo>
                  <a:pt x="3403004" y="266005"/>
                </a:lnTo>
                <a:lnTo>
                  <a:pt x="3559174" y="266005"/>
                </a:lnTo>
                <a:lnTo>
                  <a:pt x="3532935" y="239926"/>
                </a:lnTo>
                <a:lnTo>
                  <a:pt x="3564088" y="198204"/>
                </a:lnTo>
                <a:lnTo>
                  <a:pt x="3489505" y="198204"/>
                </a:lnTo>
                <a:lnTo>
                  <a:pt x="3477580" y="186013"/>
                </a:lnTo>
                <a:close/>
              </a:path>
              <a:path w="4006850" h="323850">
                <a:moveTo>
                  <a:pt x="3599465" y="150823"/>
                </a:moveTo>
                <a:lnTo>
                  <a:pt x="3520343" y="150823"/>
                </a:lnTo>
                <a:lnTo>
                  <a:pt x="3489505" y="198204"/>
                </a:lnTo>
                <a:lnTo>
                  <a:pt x="3564088" y="198204"/>
                </a:lnTo>
                <a:lnTo>
                  <a:pt x="3599465" y="150823"/>
                </a:lnTo>
                <a:close/>
              </a:path>
              <a:path w="4006850" h="323850">
                <a:moveTo>
                  <a:pt x="3508431" y="52152"/>
                </a:moveTo>
                <a:lnTo>
                  <a:pt x="3428509" y="52152"/>
                </a:lnTo>
                <a:lnTo>
                  <a:pt x="3435607" y="54927"/>
                </a:lnTo>
                <a:lnTo>
                  <a:pt x="3446034" y="65919"/>
                </a:lnTo>
                <a:lnTo>
                  <a:pt x="3448529" y="72307"/>
                </a:lnTo>
                <a:lnTo>
                  <a:pt x="3448640" y="80412"/>
                </a:lnTo>
                <a:lnTo>
                  <a:pt x="3447987" y="87127"/>
                </a:lnTo>
                <a:lnTo>
                  <a:pt x="3420112" y="117108"/>
                </a:lnTo>
                <a:lnTo>
                  <a:pt x="3412990" y="120398"/>
                </a:lnTo>
                <a:lnTo>
                  <a:pt x="3499359" y="120398"/>
                </a:lnTo>
                <a:lnTo>
                  <a:pt x="3502046" y="116384"/>
                </a:lnTo>
                <a:lnTo>
                  <a:pt x="3505124" y="110813"/>
                </a:lnTo>
                <a:lnTo>
                  <a:pt x="3507751" y="104962"/>
                </a:lnTo>
                <a:lnTo>
                  <a:pt x="3509742" y="99082"/>
                </a:lnTo>
                <a:lnTo>
                  <a:pt x="3509833" y="98813"/>
                </a:lnTo>
                <a:lnTo>
                  <a:pt x="3511326" y="92312"/>
                </a:lnTo>
                <a:lnTo>
                  <a:pt x="3512223" y="85458"/>
                </a:lnTo>
                <a:lnTo>
                  <a:pt x="3512434" y="80412"/>
                </a:lnTo>
                <a:lnTo>
                  <a:pt x="3512524" y="78251"/>
                </a:lnTo>
                <a:lnTo>
                  <a:pt x="3512026" y="68386"/>
                </a:lnTo>
                <a:lnTo>
                  <a:pt x="3510528" y="59227"/>
                </a:lnTo>
                <a:lnTo>
                  <a:pt x="3508431" y="52152"/>
                </a:lnTo>
                <a:close/>
              </a:path>
              <a:path w="4006850" h="323850">
                <a:moveTo>
                  <a:pt x="3760395" y="8268"/>
                </a:moveTo>
                <a:lnTo>
                  <a:pt x="3654645" y="8268"/>
                </a:lnTo>
                <a:lnTo>
                  <a:pt x="3654645" y="315972"/>
                </a:lnTo>
                <a:lnTo>
                  <a:pt x="3724624" y="315972"/>
                </a:lnTo>
                <a:lnTo>
                  <a:pt x="3722899" y="98221"/>
                </a:lnTo>
                <a:lnTo>
                  <a:pt x="3792334" y="98221"/>
                </a:lnTo>
                <a:lnTo>
                  <a:pt x="3760395" y="8268"/>
                </a:lnTo>
                <a:close/>
              </a:path>
              <a:path w="4006850" h="323850">
                <a:moveTo>
                  <a:pt x="3792334" y="98221"/>
                </a:moveTo>
                <a:lnTo>
                  <a:pt x="3724183" y="98221"/>
                </a:lnTo>
                <a:lnTo>
                  <a:pt x="3801981" y="315972"/>
                </a:lnTo>
                <a:lnTo>
                  <a:pt x="3854154" y="315972"/>
                </a:lnTo>
                <a:lnTo>
                  <a:pt x="3894692" y="205583"/>
                </a:lnTo>
                <a:lnTo>
                  <a:pt x="3830454" y="205583"/>
                </a:lnTo>
                <a:lnTo>
                  <a:pt x="3792334" y="98221"/>
                </a:lnTo>
                <a:close/>
              </a:path>
              <a:path w="4006850" h="323850">
                <a:moveTo>
                  <a:pt x="4006663" y="98221"/>
                </a:moveTo>
                <a:lnTo>
                  <a:pt x="3935401" y="98221"/>
                </a:lnTo>
                <a:lnTo>
                  <a:pt x="3933677" y="315972"/>
                </a:lnTo>
                <a:lnTo>
                  <a:pt x="4006663" y="315972"/>
                </a:lnTo>
                <a:lnTo>
                  <a:pt x="4006663" y="98221"/>
                </a:lnTo>
                <a:close/>
              </a:path>
              <a:path w="4006850" h="323850">
                <a:moveTo>
                  <a:pt x="4006663" y="8268"/>
                </a:moveTo>
                <a:lnTo>
                  <a:pt x="3899189" y="8268"/>
                </a:lnTo>
                <a:lnTo>
                  <a:pt x="3832178" y="205583"/>
                </a:lnTo>
                <a:lnTo>
                  <a:pt x="3894692" y="205583"/>
                </a:lnTo>
                <a:lnTo>
                  <a:pt x="3934118" y="98221"/>
                </a:lnTo>
                <a:lnTo>
                  <a:pt x="4006663" y="98221"/>
                </a:lnTo>
                <a:lnTo>
                  <a:pt x="4006663" y="82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24429" y="5865969"/>
            <a:ext cx="3904615" cy="219075"/>
          </a:xfrm>
          <a:custGeom>
            <a:avLst/>
            <a:gdLst/>
            <a:ahLst/>
            <a:cxnLst/>
            <a:rect l="l" t="t" r="r" b="b"/>
            <a:pathLst>
              <a:path w="3904615" h="219075">
                <a:moveTo>
                  <a:pt x="29081" y="5285"/>
                </a:moveTo>
                <a:lnTo>
                  <a:pt x="0" y="5285"/>
                </a:lnTo>
                <a:lnTo>
                  <a:pt x="0" y="136259"/>
                </a:lnTo>
                <a:lnTo>
                  <a:pt x="7603" y="174144"/>
                </a:lnTo>
                <a:lnTo>
                  <a:pt x="37638" y="207837"/>
                </a:lnTo>
                <a:lnTo>
                  <a:pt x="80769" y="218480"/>
                </a:lnTo>
                <a:lnTo>
                  <a:pt x="90713" y="218049"/>
                </a:lnTo>
                <a:lnTo>
                  <a:pt x="130542" y="203535"/>
                </a:lnTo>
                <a:lnTo>
                  <a:pt x="142551" y="192334"/>
                </a:lnTo>
                <a:lnTo>
                  <a:pt x="70972" y="192334"/>
                </a:lnTo>
                <a:lnTo>
                  <a:pt x="62795" y="190689"/>
                </a:lnTo>
                <a:lnTo>
                  <a:pt x="33477" y="162425"/>
                </a:lnTo>
                <a:lnTo>
                  <a:pt x="29081" y="141544"/>
                </a:lnTo>
                <a:lnTo>
                  <a:pt x="29081" y="5285"/>
                </a:lnTo>
                <a:close/>
              </a:path>
              <a:path w="3904615" h="219075">
                <a:moveTo>
                  <a:pt x="161510" y="5285"/>
                </a:moveTo>
                <a:lnTo>
                  <a:pt x="132453" y="5285"/>
                </a:lnTo>
                <a:lnTo>
                  <a:pt x="132453" y="141544"/>
                </a:lnTo>
                <a:lnTo>
                  <a:pt x="131559" y="148542"/>
                </a:lnTo>
                <a:lnTo>
                  <a:pt x="111800" y="184016"/>
                </a:lnTo>
                <a:lnTo>
                  <a:pt x="90354" y="192334"/>
                </a:lnTo>
                <a:lnTo>
                  <a:pt x="142551" y="192334"/>
                </a:lnTo>
                <a:lnTo>
                  <a:pt x="160307" y="151852"/>
                </a:lnTo>
                <a:lnTo>
                  <a:pt x="161510" y="136259"/>
                </a:lnTo>
                <a:lnTo>
                  <a:pt x="161510" y="5285"/>
                </a:lnTo>
                <a:close/>
              </a:path>
              <a:path w="3904615" h="219075">
                <a:moveTo>
                  <a:pt x="500980" y="5285"/>
                </a:moveTo>
                <a:lnTo>
                  <a:pt x="463108" y="5285"/>
                </a:lnTo>
                <a:lnTo>
                  <a:pt x="463108" y="213195"/>
                </a:lnTo>
                <a:lnTo>
                  <a:pt x="492169" y="213195"/>
                </a:lnTo>
                <a:lnTo>
                  <a:pt x="492169" y="43462"/>
                </a:lnTo>
                <a:lnTo>
                  <a:pt x="525937" y="43462"/>
                </a:lnTo>
                <a:lnTo>
                  <a:pt x="500980" y="5285"/>
                </a:lnTo>
                <a:close/>
              </a:path>
              <a:path w="3904615" h="219075">
                <a:moveTo>
                  <a:pt x="525937" y="43462"/>
                </a:moveTo>
                <a:lnTo>
                  <a:pt x="492758" y="43462"/>
                </a:lnTo>
                <a:lnTo>
                  <a:pt x="602583" y="213195"/>
                </a:lnTo>
                <a:lnTo>
                  <a:pt x="639300" y="213195"/>
                </a:lnTo>
                <a:lnTo>
                  <a:pt x="639300" y="171496"/>
                </a:lnTo>
                <a:lnTo>
                  <a:pt x="609633" y="171496"/>
                </a:lnTo>
                <a:lnTo>
                  <a:pt x="525937" y="43462"/>
                </a:lnTo>
                <a:close/>
              </a:path>
              <a:path w="3904615" h="219075">
                <a:moveTo>
                  <a:pt x="639300" y="5285"/>
                </a:moveTo>
                <a:lnTo>
                  <a:pt x="610218" y="5285"/>
                </a:lnTo>
                <a:lnTo>
                  <a:pt x="610218" y="171496"/>
                </a:lnTo>
                <a:lnTo>
                  <a:pt x="639300" y="171496"/>
                </a:lnTo>
                <a:lnTo>
                  <a:pt x="639300" y="5285"/>
                </a:lnTo>
                <a:close/>
              </a:path>
              <a:path w="3904615" h="219075">
                <a:moveTo>
                  <a:pt x="971419" y="5285"/>
                </a:moveTo>
                <a:lnTo>
                  <a:pt x="942332" y="5285"/>
                </a:lnTo>
                <a:lnTo>
                  <a:pt x="942332" y="213195"/>
                </a:lnTo>
                <a:lnTo>
                  <a:pt x="971419" y="213195"/>
                </a:lnTo>
                <a:lnTo>
                  <a:pt x="971419" y="5285"/>
                </a:lnTo>
                <a:close/>
              </a:path>
              <a:path w="3904615" h="219075">
                <a:moveTo>
                  <a:pt x="1280932" y="5285"/>
                </a:moveTo>
                <a:lnTo>
                  <a:pt x="1248629" y="5285"/>
                </a:lnTo>
                <a:lnTo>
                  <a:pt x="1329679" y="213195"/>
                </a:lnTo>
                <a:lnTo>
                  <a:pt x="1356696" y="213195"/>
                </a:lnTo>
                <a:lnTo>
                  <a:pt x="1371455" y="175607"/>
                </a:lnTo>
                <a:lnTo>
                  <a:pt x="1343494" y="175607"/>
                </a:lnTo>
                <a:lnTo>
                  <a:pt x="1280932" y="5285"/>
                </a:lnTo>
                <a:close/>
              </a:path>
              <a:path w="3904615" h="219075">
                <a:moveTo>
                  <a:pt x="1438333" y="5285"/>
                </a:moveTo>
                <a:lnTo>
                  <a:pt x="1406921" y="5285"/>
                </a:lnTo>
                <a:lnTo>
                  <a:pt x="1344361" y="175607"/>
                </a:lnTo>
                <a:lnTo>
                  <a:pt x="1371455" y="175607"/>
                </a:lnTo>
                <a:lnTo>
                  <a:pt x="1438333" y="5285"/>
                </a:lnTo>
                <a:close/>
              </a:path>
              <a:path w="3904615" h="219075">
                <a:moveTo>
                  <a:pt x="1848863" y="5285"/>
                </a:moveTo>
                <a:lnTo>
                  <a:pt x="1715543" y="5285"/>
                </a:lnTo>
                <a:lnTo>
                  <a:pt x="1715543" y="213195"/>
                </a:lnTo>
                <a:lnTo>
                  <a:pt x="1853283" y="213195"/>
                </a:lnTo>
                <a:lnTo>
                  <a:pt x="1853283" y="187353"/>
                </a:lnTo>
                <a:lnTo>
                  <a:pt x="1744629" y="187353"/>
                </a:lnTo>
                <a:lnTo>
                  <a:pt x="1744629" y="118052"/>
                </a:lnTo>
                <a:lnTo>
                  <a:pt x="1842711" y="118052"/>
                </a:lnTo>
                <a:lnTo>
                  <a:pt x="1842711" y="93077"/>
                </a:lnTo>
                <a:lnTo>
                  <a:pt x="1744629" y="93077"/>
                </a:lnTo>
                <a:lnTo>
                  <a:pt x="1744629" y="30822"/>
                </a:lnTo>
                <a:lnTo>
                  <a:pt x="1848863" y="30822"/>
                </a:lnTo>
                <a:lnTo>
                  <a:pt x="1848863" y="5285"/>
                </a:lnTo>
                <a:close/>
              </a:path>
              <a:path w="3904615" h="219075">
                <a:moveTo>
                  <a:pt x="2211235" y="5285"/>
                </a:moveTo>
                <a:lnTo>
                  <a:pt x="2144589" y="5285"/>
                </a:lnTo>
                <a:lnTo>
                  <a:pt x="2144589" y="213195"/>
                </a:lnTo>
                <a:lnTo>
                  <a:pt x="2173646" y="213195"/>
                </a:lnTo>
                <a:lnTo>
                  <a:pt x="2173646" y="120683"/>
                </a:lnTo>
                <a:lnTo>
                  <a:pt x="2236520" y="120683"/>
                </a:lnTo>
                <a:lnTo>
                  <a:pt x="2234730" y="117743"/>
                </a:lnTo>
                <a:lnTo>
                  <a:pt x="2245371" y="115198"/>
                </a:lnTo>
                <a:lnTo>
                  <a:pt x="2254989" y="111366"/>
                </a:lnTo>
                <a:lnTo>
                  <a:pt x="2263581" y="106247"/>
                </a:lnTo>
                <a:lnTo>
                  <a:pt x="2271143" y="99842"/>
                </a:lnTo>
                <a:lnTo>
                  <a:pt x="2274002" y="96321"/>
                </a:lnTo>
                <a:lnTo>
                  <a:pt x="2173646" y="96321"/>
                </a:lnTo>
                <a:lnTo>
                  <a:pt x="2173646" y="29952"/>
                </a:lnTo>
                <a:lnTo>
                  <a:pt x="2276157" y="29952"/>
                </a:lnTo>
                <a:lnTo>
                  <a:pt x="2275442" y="28612"/>
                </a:lnTo>
                <a:lnTo>
                  <a:pt x="2239735" y="8365"/>
                </a:lnTo>
                <a:lnTo>
                  <a:pt x="2218633" y="5475"/>
                </a:lnTo>
                <a:lnTo>
                  <a:pt x="2211235" y="5285"/>
                </a:lnTo>
                <a:close/>
              </a:path>
              <a:path w="3904615" h="219075">
                <a:moveTo>
                  <a:pt x="2236520" y="120683"/>
                </a:moveTo>
                <a:lnTo>
                  <a:pt x="2204778" y="120683"/>
                </a:lnTo>
                <a:lnTo>
                  <a:pt x="2257637" y="213195"/>
                </a:lnTo>
                <a:lnTo>
                  <a:pt x="2292874" y="213195"/>
                </a:lnTo>
                <a:lnTo>
                  <a:pt x="2236520" y="120683"/>
                </a:lnTo>
                <a:close/>
              </a:path>
              <a:path w="3904615" h="219075">
                <a:moveTo>
                  <a:pt x="2276157" y="29952"/>
                </a:moveTo>
                <a:lnTo>
                  <a:pt x="2215441" y="29952"/>
                </a:lnTo>
                <a:lnTo>
                  <a:pt x="2221412" y="30493"/>
                </a:lnTo>
                <a:lnTo>
                  <a:pt x="2232778" y="32631"/>
                </a:lnTo>
                <a:lnTo>
                  <a:pt x="2255873" y="56568"/>
                </a:lnTo>
                <a:lnTo>
                  <a:pt x="2255873" y="69112"/>
                </a:lnTo>
                <a:lnTo>
                  <a:pt x="2220353" y="95731"/>
                </a:lnTo>
                <a:lnTo>
                  <a:pt x="2213985" y="96321"/>
                </a:lnTo>
                <a:lnTo>
                  <a:pt x="2274002" y="96321"/>
                </a:lnTo>
                <a:lnTo>
                  <a:pt x="2277311" y="92245"/>
                </a:lnTo>
                <a:lnTo>
                  <a:pt x="2281716" y="83546"/>
                </a:lnTo>
                <a:lnTo>
                  <a:pt x="2284358" y="73746"/>
                </a:lnTo>
                <a:lnTo>
                  <a:pt x="2285239" y="62844"/>
                </a:lnTo>
                <a:lnTo>
                  <a:pt x="2284938" y="56568"/>
                </a:lnTo>
                <a:lnTo>
                  <a:pt x="2284873" y="55214"/>
                </a:lnTo>
                <a:lnTo>
                  <a:pt x="2283774" y="48189"/>
                </a:lnTo>
                <a:lnTo>
                  <a:pt x="2281940" y="41772"/>
                </a:lnTo>
                <a:lnTo>
                  <a:pt x="2279368" y="35967"/>
                </a:lnTo>
                <a:lnTo>
                  <a:pt x="2276157" y="29952"/>
                </a:lnTo>
                <a:close/>
              </a:path>
              <a:path w="3904615" h="219075">
                <a:moveTo>
                  <a:pt x="2585676" y="169146"/>
                </a:moveTo>
                <a:lnTo>
                  <a:pt x="2563020" y="188223"/>
                </a:lnTo>
                <a:lnTo>
                  <a:pt x="2569450" y="195254"/>
                </a:lnTo>
                <a:lnTo>
                  <a:pt x="2576659" y="201367"/>
                </a:lnTo>
                <a:lnTo>
                  <a:pt x="2612119" y="216566"/>
                </a:lnTo>
                <a:lnTo>
                  <a:pt x="2631474" y="218480"/>
                </a:lnTo>
                <a:lnTo>
                  <a:pt x="2638317" y="218239"/>
                </a:lnTo>
                <a:lnTo>
                  <a:pt x="2676196" y="206693"/>
                </a:lnTo>
                <a:lnTo>
                  <a:pt x="2691600" y="193509"/>
                </a:lnTo>
                <a:lnTo>
                  <a:pt x="2632075" y="193509"/>
                </a:lnTo>
                <a:lnTo>
                  <a:pt x="2624991" y="193089"/>
                </a:lnTo>
                <a:lnTo>
                  <a:pt x="2589638" y="174317"/>
                </a:lnTo>
                <a:lnTo>
                  <a:pt x="2585676" y="169146"/>
                </a:lnTo>
                <a:close/>
              </a:path>
              <a:path w="3904615" h="219075">
                <a:moveTo>
                  <a:pt x="2641739" y="0"/>
                </a:moveTo>
                <a:lnTo>
                  <a:pt x="2599913" y="9207"/>
                </a:lnTo>
                <a:lnTo>
                  <a:pt x="2573934" y="38441"/>
                </a:lnTo>
                <a:lnTo>
                  <a:pt x="2570398" y="59319"/>
                </a:lnTo>
                <a:lnTo>
                  <a:pt x="2570398" y="68903"/>
                </a:lnTo>
                <a:lnTo>
                  <a:pt x="2571921" y="76940"/>
                </a:lnTo>
                <a:lnTo>
                  <a:pt x="2575090" y="83400"/>
                </a:lnTo>
                <a:lnTo>
                  <a:pt x="2578218" y="89856"/>
                </a:lnTo>
                <a:lnTo>
                  <a:pt x="2611182" y="113396"/>
                </a:lnTo>
                <a:lnTo>
                  <a:pt x="2624415" y="117743"/>
                </a:lnTo>
                <a:lnTo>
                  <a:pt x="2637408" y="121998"/>
                </a:lnTo>
                <a:lnTo>
                  <a:pt x="2672417" y="146473"/>
                </a:lnTo>
                <a:lnTo>
                  <a:pt x="2673741" y="151714"/>
                </a:lnTo>
                <a:lnTo>
                  <a:pt x="2673741" y="164258"/>
                </a:lnTo>
                <a:lnTo>
                  <a:pt x="2672560" y="169146"/>
                </a:lnTo>
                <a:lnTo>
                  <a:pt x="2672458" y="169568"/>
                </a:lnTo>
                <a:lnTo>
                  <a:pt x="2641819" y="192827"/>
                </a:lnTo>
                <a:lnTo>
                  <a:pt x="2636927" y="193509"/>
                </a:lnTo>
                <a:lnTo>
                  <a:pt x="2691600" y="193509"/>
                </a:lnTo>
                <a:lnTo>
                  <a:pt x="2703417" y="155331"/>
                </a:lnTo>
                <a:lnTo>
                  <a:pt x="2703065" y="147896"/>
                </a:lnTo>
                <a:lnTo>
                  <a:pt x="2677551" y="108251"/>
                </a:lnTo>
                <a:lnTo>
                  <a:pt x="2642341" y="94556"/>
                </a:lnTo>
                <a:lnTo>
                  <a:pt x="2636446" y="92608"/>
                </a:lnTo>
                <a:lnTo>
                  <a:pt x="2600876" y="68550"/>
                </a:lnTo>
                <a:lnTo>
                  <a:pt x="2599753" y="63830"/>
                </a:lnTo>
                <a:lnTo>
                  <a:pt x="2599867" y="51807"/>
                </a:lnTo>
                <a:lnTo>
                  <a:pt x="2600995" y="47216"/>
                </a:lnTo>
                <a:lnTo>
                  <a:pt x="2603442" y="43017"/>
                </a:lnTo>
                <a:lnTo>
                  <a:pt x="2605848" y="38810"/>
                </a:lnTo>
                <a:lnTo>
                  <a:pt x="2635563" y="24362"/>
                </a:lnTo>
                <a:lnTo>
                  <a:pt x="2700769" y="24362"/>
                </a:lnTo>
                <a:lnTo>
                  <a:pt x="2701372" y="23776"/>
                </a:lnTo>
                <a:lnTo>
                  <a:pt x="2667726" y="3637"/>
                </a:lnTo>
                <a:lnTo>
                  <a:pt x="2650702" y="404"/>
                </a:lnTo>
                <a:lnTo>
                  <a:pt x="2641739" y="0"/>
                </a:lnTo>
                <a:close/>
              </a:path>
              <a:path w="3904615" h="219075">
                <a:moveTo>
                  <a:pt x="2700769" y="24362"/>
                </a:moveTo>
                <a:lnTo>
                  <a:pt x="2649079" y="24362"/>
                </a:lnTo>
                <a:lnTo>
                  <a:pt x="2657019" y="26170"/>
                </a:lnTo>
                <a:lnTo>
                  <a:pt x="2671094" y="33429"/>
                </a:lnTo>
                <a:lnTo>
                  <a:pt x="2676709" y="38081"/>
                </a:lnTo>
                <a:lnTo>
                  <a:pt x="2680799" y="43743"/>
                </a:lnTo>
                <a:lnTo>
                  <a:pt x="2700769" y="24362"/>
                </a:lnTo>
                <a:close/>
              </a:path>
              <a:path w="3904615" h="219075">
                <a:moveTo>
                  <a:pt x="3026119" y="5285"/>
                </a:moveTo>
                <a:lnTo>
                  <a:pt x="2997045" y="5285"/>
                </a:lnTo>
                <a:lnTo>
                  <a:pt x="2997045" y="213195"/>
                </a:lnTo>
                <a:lnTo>
                  <a:pt x="3026119" y="213195"/>
                </a:lnTo>
                <a:lnTo>
                  <a:pt x="3026119" y="5285"/>
                </a:lnTo>
                <a:close/>
              </a:path>
              <a:path w="3904615" h="219075">
                <a:moveTo>
                  <a:pt x="3401997" y="30822"/>
                </a:moveTo>
                <a:lnTo>
                  <a:pt x="3372923" y="30822"/>
                </a:lnTo>
                <a:lnTo>
                  <a:pt x="3372923" y="213195"/>
                </a:lnTo>
                <a:lnTo>
                  <a:pt x="3401997" y="213195"/>
                </a:lnTo>
                <a:lnTo>
                  <a:pt x="3401997" y="30822"/>
                </a:lnTo>
                <a:close/>
              </a:path>
              <a:path w="3904615" h="219075">
                <a:moveTo>
                  <a:pt x="3468687" y="5285"/>
                </a:moveTo>
                <a:lnTo>
                  <a:pt x="3306273" y="5285"/>
                </a:lnTo>
                <a:lnTo>
                  <a:pt x="3306273" y="30822"/>
                </a:lnTo>
                <a:lnTo>
                  <a:pt x="3468687" y="30822"/>
                </a:lnTo>
                <a:lnTo>
                  <a:pt x="3468687" y="5285"/>
                </a:lnTo>
                <a:close/>
              </a:path>
              <a:path w="3904615" h="219075">
                <a:moveTo>
                  <a:pt x="3754977" y="5285"/>
                </a:moveTo>
                <a:lnTo>
                  <a:pt x="3719165" y="5285"/>
                </a:lnTo>
                <a:lnTo>
                  <a:pt x="3797004" y="123334"/>
                </a:lnTo>
                <a:lnTo>
                  <a:pt x="3797004" y="213195"/>
                </a:lnTo>
                <a:lnTo>
                  <a:pt x="3826358" y="213195"/>
                </a:lnTo>
                <a:lnTo>
                  <a:pt x="3826358" y="123334"/>
                </a:lnTo>
                <a:lnTo>
                  <a:pt x="3842226" y="99256"/>
                </a:lnTo>
                <a:lnTo>
                  <a:pt x="3812523" y="99256"/>
                </a:lnTo>
                <a:lnTo>
                  <a:pt x="3754977" y="5285"/>
                </a:lnTo>
                <a:close/>
              </a:path>
              <a:path w="3904615" h="219075">
                <a:moveTo>
                  <a:pt x="3904157" y="5285"/>
                </a:moveTo>
                <a:lnTo>
                  <a:pt x="3870391" y="5285"/>
                </a:lnTo>
                <a:lnTo>
                  <a:pt x="3812523" y="99256"/>
                </a:lnTo>
                <a:lnTo>
                  <a:pt x="3842226" y="99256"/>
                </a:lnTo>
                <a:lnTo>
                  <a:pt x="3904157" y="52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36324" y="5338589"/>
            <a:ext cx="1291590" cy="750570"/>
          </a:xfrm>
          <a:custGeom>
            <a:avLst/>
            <a:gdLst/>
            <a:ahLst/>
            <a:cxnLst/>
            <a:rect l="l" t="t" r="r" b="b"/>
            <a:pathLst>
              <a:path w="1291589" h="750570">
                <a:moveTo>
                  <a:pt x="1291479" y="0"/>
                </a:moveTo>
                <a:lnTo>
                  <a:pt x="604737" y="0"/>
                </a:lnTo>
                <a:lnTo>
                  <a:pt x="468453" y="374357"/>
                </a:lnTo>
                <a:lnTo>
                  <a:pt x="477497" y="0"/>
                </a:lnTo>
                <a:lnTo>
                  <a:pt x="311717" y="0"/>
                </a:lnTo>
                <a:lnTo>
                  <a:pt x="165757" y="370632"/>
                </a:lnTo>
                <a:lnTo>
                  <a:pt x="187124" y="0"/>
                </a:lnTo>
                <a:lnTo>
                  <a:pt x="0" y="0"/>
                </a:lnTo>
                <a:lnTo>
                  <a:pt x="0" y="746834"/>
                </a:lnTo>
                <a:lnTo>
                  <a:pt x="163371" y="746834"/>
                </a:lnTo>
                <a:lnTo>
                  <a:pt x="316193" y="370913"/>
                </a:lnTo>
                <a:lnTo>
                  <a:pt x="311702" y="746834"/>
                </a:lnTo>
                <a:lnTo>
                  <a:pt x="472964" y="746834"/>
                </a:lnTo>
                <a:lnTo>
                  <a:pt x="734648" y="133756"/>
                </a:lnTo>
                <a:lnTo>
                  <a:pt x="887103" y="133756"/>
                </a:lnTo>
                <a:lnTo>
                  <a:pt x="637268" y="750432"/>
                </a:lnTo>
                <a:lnTo>
                  <a:pt x="829927" y="750432"/>
                </a:lnTo>
                <a:lnTo>
                  <a:pt x="1079738" y="133756"/>
                </a:lnTo>
                <a:lnTo>
                  <a:pt x="1235492" y="133756"/>
                </a:lnTo>
                <a:lnTo>
                  <a:pt x="1291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6713" y="5984479"/>
            <a:ext cx="175487" cy="896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49" y="-6349"/>
            <a:ext cx="2360930" cy="6870700"/>
            <a:chOff x="-6349" y="-6349"/>
            <a:chExt cx="2360930" cy="68707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348230" cy="6858000"/>
            </a:xfrm>
            <a:custGeom>
              <a:avLst/>
              <a:gdLst/>
              <a:ahLst/>
              <a:cxnLst/>
              <a:rect l="l" t="t" r="r" b="b"/>
              <a:pathLst>
                <a:path w="2348230" h="6858000">
                  <a:moveTo>
                    <a:pt x="2347785" y="0"/>
                  </a:moveTo>
                  <a:lnTo>
                    <a:pt x="2347785" y="6858000"/>
                  </a:lnTo>
                  <a:lnTo>
                    <a:pt x="0" y="6857995"/>
                  </a:lnTo>
                  <a:lnTo>
                    <a:pt x="0" y="0"/>
                  </a:lnTo>
                  <a:lnTo>
                    <a:pt x="2347785" y="0"/>
                  </a:lnTo>
                  <a:close/>
                </a:path>
              </a:pathLst>
            </a:custGeom>
            <a:solidFill>
              <a:srgbClr val="4500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48230" cy="6858000"/>
            </a:xfrm>
            <a:custGeom>
              <a:avLst/>
              <a:gdLst/>
              <a:ahLst/>
              <a:cxnLst/>
              <a:rect l="l" t="t" r="r" b="b"/>
              <a:pathLst>
                <a:path w="2348230" h="6858000">
                  <a:moveTo>
                    <a:pt x="2347785" y="0"/>
                  </a:moveTo>
                  <a:lnTo>
                    <a:pt x="2347785" y="6858000"/>
                  </a:lnTo>
                  <a:lnTo>
                    <a:pt x="0" y="6857996"/>
                  </a:lnTo>
                </a:path>
              </a:pathLst>
            </a:custGeom>
            <a:ln w="12700">
              <a:solidFill>
                <a:srgbClr val="551D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9973" y="6388100"/>
            <a:ext cx="197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CIDM-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6395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6552" y="1904999"/>
            <a:ext cx="6365048" cy="2192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800" spc="-150" dirty="0">
                <a:latin typeface="Arial"/>
                <a:cs typeface="Arial"/>
              </a:rPr>
              <a:t>Graduate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Background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"/>
              <a:buChar char="•"/>
            </a:pPr>
            <a:endParaRPr sz="2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800" spc="-160" dirty="0">
                <a:latin typeface="Arial"/>
                <a:cs typeface="Arial"/>
              </a:rPr>
              <a:t>Why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MSCISBA?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"/>
              <a:buChar char="•"/>
            </a:pPr>
            <a:endParaRPr sz="2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lang="en-US" sz="2800" spc="-114" dirty="0">
                <a:latin typeface="Arial"/>
                <a:cs typeface="Arial"/>
              </a:rPr>
              <a:t>Long-Term Objectives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677309" y="542035"/>
            <a:ext cx="30861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>
                <a:solidFill>
                  <a:srgbClr val="000000"/>
                </a:solidFill>
              </a:rPr>
              <a:t>About</a:t>
            </a:r>
            <a:r>
              <a:rPr spc="-254" dirty="0">
                <a:solidFill>
                  <a:srgbClr val="000000"/>
                </a:solidFill>
              </a:rPr>
              <a:t> </a:t>
            </a:r>
            <a:r>
              <a:rPr spc="-8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8" name="object 8"/>
          <p:cNvSpPr/>
          <p:nvPr/>
        </p:nvSpPr>
        <p:spPr>
          <a:xfrm>
            <a:off x="728357" y="5660491"/>
            <a:ext cx="1122045" cy="652145"/>
          </a:xfrm>
          <a:custGeom>
            <a:avLst/>
            <a:gdLst/>
            <a:ahLst/>
            <a:cxnLst/>
            <a:rect l="l" t="t" r="r" b="b"/>
            <a:pathLst>
              <a:path w="1122045" h="652145">
                <a:moveTo>
                  <a:pt x="783615" y="616712"/>
                </a:moveTo>
                <a:lnTo>
                  <a:pt x="757516" y="616712"/>
                </a:lnTo>
                <a:lnTo>
                  <a:pt x="757516" y="620572"/>
                </a:lnTo>
                <a:lnTo>
                  <a:pt x="768248" y="620572"/>
                </a:lnTo>
                <a:lnTo>
                  <a:pt x="768248" y="651954"/>
                </a:lnTo>
                <a:lnTo>
                  <a:pt x="772833" y="651954"/>
                </a:lnTo>
                <a:lnTo>
                  <a:pt x="772833" y="620572"/>
                </a:lnTo>
                <a:lnTo>
                  <a:pt x="783615" y="620572"/>
                </a:lnTo>
                <a:lnTo>
                  <a:pt x="783615" y="616712"/>
                </a:lnTo>
                <a:close/>
              </a:path>
              <a:path w="1122045" h="652145">
                <a:moveTo>
                  <a:pt x="822452" y="651954"/>
                </a:moveTo>
                <a:lnTo>
                  <a:pt x="820254" y="616712"/>
                </a:lnTo>
                <a:lnTo>
                  <a:pt x="814451" y="616712"/>
                </a:lnTo>
                <a:lnTo>
                  <a:pt x="808164" y="633755"/>
                </a:lnTo>
                <a:lnTo>
                  <a:pt x="806602" y="638200"/>
                </a:lnTo>
                <a:lnTo>
                  <a:pt x="805345" y="642073"/>
                </a:lnTo>
                <a:lnTo>
                  <a:pt x="804392" y="645642"/>
                </a:lnTo>
                <a:lnTo>
                  <a:pt x="803363" y="641972"/>
                </a:lnTo>
                <a:lnTo>
                  <a:pt x="802220" y="638098"/>
                </a:lnTo>
                <a:lnTo>
                  <a:pt x="800735" y="633755"/>
                </a:lnTo>
                <a:lnTo>
                  <a:pt x="794740" y="616712"/>
                </a:lnTo>
                <a:lnTo>
                  <a:pt x="788924" y="616712"/>
                </a:lnTo>
                <a:lnTo>
                  <a:pt x="786460" y="651954"/>
                </a:lnTo>
                <a:lnTo>
                  <a:pt x="790803" y="651954"/>
                </a:lnTo>
                <a:lnTo>
                  <a:pt x="791756" y="636841"/>
                </a:lnTo>
                <a:lnTo>
                  <a:pt x="792327" y="625640"/>
                </a:lnTo>
                <a:lnTo>
                  <a:pt x="792429" y="621258"/>
                </a:lnTo>
                <a:lnTo>
                  <a:pt x="793521" y="625436"/>
                </a:lnTo>
                <a:lnTo>
                  <a:pt x="794880" y="629932"/>
                </a:lnTo>
                <a:lnTo>
                  <a:pt x="802322" y="651751"/>
                </a:lnTo>
                <a:lnTo>
                  <a:pt x="805751" y="651751"/>
                </a:lnTo>
                <a:lnTo>
                  <a:pt x="813765" y="629780"/>
                </a:lnTo>
                <a:lnTo>
                  <a:pt x="816432" y="621258"/>
                </a:lnTo>
                <a:lnTo>
                  <a:pt x="816533" y="625614"/>
                </a:lnTo>
                <a:lnTo>
                  <a:pt x="817105" y="636473"/>
                </a:lnTo>
                <a:lnTo>
                  <a:pt x="817956" y="651954"/>
                </a:lnTo>
                <a:lnTo>
                  <a:pt x="822452" y="651954"/>
                </a:lnTo>
                <a:close/>
              </a:path>
              <a:path w="1122045" h="652145">
                <a:moveTo>
                  <a:pt x="1121956" y="0"/>
                </a:moveTo>
                <a:lnTo>
                  <a:pt x="525360" y="0"/>
                </a:lnTo>
                <a:lnTo>
                  <a:pt x="406958" y="325208"/>
                </a:lnTo>
                <a:lnTo>
                  <a:pt x="414820" y="0"/>
                </a:lnTo>
                <a:lnTo>
                  <a:pt x="270802" y="0"/>
                </a:lnTo>
                <a:lnTo>
                  <a:pt x="143992" y="321995"/>
                </a:lnTo>
                <a:lnTo>
                  <a:pt x="162572" y="0"/>
                </a:lnTo>
                <a:lnTo>
                  <a:pt x="0" y="0"/>
                </a:lnTo>
                <a:lnTo>
                  <a:pt x="0" y="648817"/>
                </a:lnTo>
                <a:lnTo>
                  <a:pt x="141909" y="648817"/>
                </a:lnTo>
                <a:lnTo>
                  <a:pt x="274688" y="322237"/>
                </a:lnTo>
                <a:lnTo>
                  <a:pt x="270789" y="648817"/>
                </a:lnTo>
                <a:lnTo>
                  <a:pt x="410883" y="648817"/>
                </a:lnTo>
                <a:lnTo>
                  <a:pt x="638213" y="116205"/>
                </a:lnTo>
                <a:lnTo>
                  <a:pt x="770661" y="116205"/>
                </a:lnTo>
                <a:lnTo>
                  <a:pt x="553631" y="651954"/>
                </a:lnTo>
                <a:lnTo>
                  <a:pt x="720991" y="651954"/>
                </a:lnTo>
                <a:lnTo>
                  <a:pt x="938022" y="116205"/>
                </a:lnTo>
                <a:lnTo>
                  <a:pt x="1073327" y="116205"/>
                </a:lnTo>
                <a:lnTo>
                  <a:pt x="1121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1806708" y="-6350"/>
            <a:ext cx="391795" cy="6870700"/>
            <a:chOff x="11806708" y="-6350"/>
            <a:chExt cx="391795" cy="6870700"/>
          </a:xfrm>
        </p:grpSpPr>
        <p:sp>
          <p:nvSpPr>
            <p:cNvPr id="10" name="object 10"/>
            <p:cNvSpPr/>
            <p:nvPr/>
          </p:nvSpPr>
          <p:spPr>
            <a:xfrm>
              <a:off x="11813057" y="0"/>
              <a:ext cx="379095" cy="6858000"/>
            </a:xfrm>
            <a:custGeom>
              <a:avLst/>
              <a:gdLst/>
              <a:ahLst/>
              <a:cxnLst/>
              <a:rect l="l" t="t" r="r" b="b"/>
              <a:pathLst>
                <a:path w="379095" h="6858000">
                  <a:moveTo>
                    <a:pt x="0" y="6857994"/>
                  </a:moveTo>
                  <a:lnTo>
                    <a:pt x="0" y="0"/>
                  </a:lnTo>
                  <a:lnTo>
                    <a:pt x="378942" y="0"/>
                  </a:lnTo>
                  <a:lnTo>
                    <a:pt x="378942" y="6857994"/>
                  </a:lnTo>
                  <a:lnTo>
                    <a:pt x="0" y="6857994"/>
                  </a:lnTo>
                  <a:close/>
                </a:path>
              </a:pathLst>
            </a:custGeom>
            <a:solidFill>
              <a:srgbClr val="4500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813058" y="0"/>
              <a:ext cx="379095" cy="6858000"/>
            </a:xfrm>
            <a:custGeom>
              <a:avLst/>
              <a:gdLst/>
              <a:ahLst/>
              <a:cxnLst/>
              <a:rect l="l" t="t" r="r" b="b"/>
              <a:pathLst>
                <a:path w="379095" h="6858000">
                  <a:moveTo>
                    <a:pt x="378942" y="6857995"/>
                  </a:moveTo>
                  <a:lnTo>
                    <a:pt x="0" y="68580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551D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05200" y="1584452"/>
            <a:ext cx="8077200" cy="261610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 marR="5080" indent="708025">
              <a:lnSpc>
                <a:spcPts val="6500"/>
              </a:lnSpc>
              <a:spcBef>
                <a:spcPts val="900"/>
              </a:spcBef>
            </a:pPr>
            <a:r>
              <a:rPr lang="en-US" spc="-520" dirty="0"/>
              <a:t>RexUS</a:t>
            </a:r>
            <a:br>
              <a:rPr lang="en-US" spc="-520" dirty="0"/>
            </a:br>
            <a:r>
              <a:rPr spc="-520" dirty="0"/>
              <a:t> </a:t>
            </a:r>
            <a:r>
              <a:rPr spc="-220" dirty="0"/>
              <a:t>“</a:t>
            </a:r>
            <a:r>
              <a:rPr lang="en-US" sz="4000" i="1" spc="-220" dirty="0"/>
              <a:t>Real Estate eXploration and Unified Synthesis</a:t>
            </a:r>
            <a:r>
              <a:rPr spc="-85" dirty="0"/>
              <a:t>”</a:t>
            </a:r>
            <a:endParaRPr sz="40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47390" y="4726528"/>
            <a:ext cx="2095500" cy="1217930"/>
            <a:chOff x="5047390" y="4726528"/>
            <a:chExt cx="2095500" cy="1217930"/>
          </a:xfrm>
        </p:grpSpPr>
        <p:sp>
          <p:nvSpPr>
            <p:cNvPr id="4" name="object 4"/>
            <p:cNvSpPr/>
            <p:nvPr/>
          </p:nvSpPr>
          <p:spPr>
            <a:xfrm>
              <a:off x="5047390" y="4726528"/>
              <a:ext cx="2095500" cy="1217930"/>
            </a:xfrm>
            <a:custGeom>
              <a:avLst/>
              <a:gdLst/>
              <a:ahLst/>
              <a:cxnLst/>
              <a:rect l="l" t="t" r="r" b="b"/>
              <a:pathLst>
                <a:path w="2095500" h="1217929">
                  <a:moveTo>
                    <a:pt x="2095002" y="0"/>
                  </a:moveTo>
                  <a:lnTo>
                    <a:pt x="980992" y="0"/>
                  </a:lnTo>
                  <a:lnTo>
                    <a:pt x="759900" y="607270"/>
                  </a:lnTo>
                  <a:lnTo>
                    <a:pt x="774578" y="0"/>
                  </a:lnTo>
                  <a:lnTo>
                    <a:pt x="505653" y="0"/>
                  </a:lnTo>
                  <a:lnTo>
                    <a:pt x="268881" y="601267"/>
                  </a:lnTo>
                  <a:lnTo>
                    <a:pt x="303560" y="0"/>
                  </a:lnTo>
                  <a:lnTo>
                    <a:pt x="0" y="0"/>
                  </a:lnTo>
                  <a:lnTo>
                    <a:pt x="0" y="1211517"/>
                  </a:lnTo>
                  <a:lnTo>
                    <a:pt x="264985" y="1211517"/>
                  </a:lnTo>
                  <a:lnTo>
                    <a:pt x="512928" y="601701"/>
                  </a:lnTo>
                  <a:lnTo>
                    <a:pt x="505628" y="1211517"/>
                  </a:lnTo>
                  <a:lnTo>
                    <a:pt x="767241" y="1211517"/>
                  </a:lnTo>
                  <a:lnTo>
                    <a:pt x="1191719" y="217002"/>
                  </a:lnTo>
                  <a:lnTo>
                    <a:pt x="1439033" y="217002"/>
                  </a:lnTo>
                  <a:lnTo>
                    <a:pt x="1033779" y="1217371"/>
                  </a:lnTo>
                  <a:lnTo>
                    <a:pt x="1346292" y="1217371"/>
                  </a:lnTo>
                  <a:lnTo>
                    <a:pt x="1751530" y="217002"/>
                  </a:lnTo>
                  <a:lnTo>
                    <a:pt x="2004202" y="217002"/>
                  </a:lnTo>
                  <a:lnTo>
                    <a:pt x="2095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870" y="5878108"/>
              <a:ext cx="121259" cy="65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973" y="6388100"/>
            <a:ext cx="197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CIDM-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6395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357" y="5660491"/>
            <a:ext cx="1122045" cy="652145"/>
          </a:xfrm>
          <a:custGeom>
            <a:avLst/>
            <a:gdLst/>
            <a:ahLst/>
            <a:cxnLst/>
            <a:rect l="l" t="t" r="r" b="b"/>
            <a:pathLst>
              <a:path w="1122045" h="652145">
                <a:moveTo>
                  <a:pt x="783615" y="616712"/>
                </a:moveTo>
                <a:lnTo>
                  <a:pt x="757516" y="616712"/>
                </a:lnTo>
                <a:lnTo>
                  <a:pt x="757516" y="620572"/>
                </a:lnTo>
                <a:lnTo>
                  <a:pt x="768248" y="620572"/>
                </a:lnTo>
                <a:lnTo>
                  <a:pt x="768248" y="651954"/>
                </a:lnTo>
                <a:lnTo>
                  <a:pt x="772833" y="651954"/>
                </a:lnTo>
                <a:lnTo>
                  <a:pt x="772833" y="620572"/>
                </a:lnTo>
                <a:lnTo>
                  <a:pt x="783615" y="620572"/>
                </a:lnTo>
                <a:lnTo>
                  <a:pt x="783615" y="616712"/>
                </a:lnTo>
                <a:close/>
              </a:path>
              <a:path w="1122045" h="652145">
                <a:moveTo>
                  <a:pt x="822452" y="651954"/>
                </a:moveTo>
                <a:lnTo>
                  <a:pt x="820254" y="616712"/>
                </a:lnTo>
                <a:lnTo>
                  <a:pt x="814451" y="616712"/>
                </a:lnTo>
                <a:lnTo>
                  <a:pt x="808164" y="633755"/>
                </a:lnTo>
                <a:lnTo>
                  <a:pt x="806602" y="638200"/>
                </a:lnTo>
                <a:lnTo>
                  <a:pt x="805345" y="642073"/>
                </a:lnTo>
                <a:lnTo>
                  <a:pt x="804392" y="645642"/>
                </a:lnTo>
                <a:lnTo>
                  <a:pt x="803363" y="641972"/>
                </a:lnTo>
                <a:lnTo>
                  <a:pt x="802220" y="638098"/>
                </a:lnTo>
                <a:lnTo>
                  <a:pt x="800735" y="633755"/>
                </a:lnTo>
                <a:lnTo>
                  <a:pt x="794740" y="616712"/>
                </a:lnTo>
                <a:lnTo>
                  <a:pt x="788924" y="616712"/>
                </a:lnTo>
                <a:lnTo>
                  <a:pt x="786460" y="651954"/>
                </a:lnTo>
                <a:lnTo>
                  <a:pt x="790803" y="651954"/>
                </a:lnTo>
                <a:lnTo>
                  <a:pt x="791756" y="636841"/>
                </a:lnTo>
                <a:lnTo>
                  <a:pt x="792327" y="625640"/>
                </a:lnTo>
                <a:lnTo>
                  <a:pt x="792429" y="621258"/>
                </a:lnTo>
                <a:lnTo>
                  <a:pt x="793521" y="625436"/>
                </a:lnTo>
                <a:lnTo>
                  <a:pt x="794880" y="629932"/>
                </a:lnTo>
                <a:lnTo>
                  <a:pt x="802322" y="651751"/>
                </a:lnTo>
                <a:lnTo>
                  <a:pt x="805751" y="651751"/>
                </a:lnTo>
                <a:lnTo>
                  <a:pt x="813765" y="629780"/>
                </a:lnTo>
                <a:lnTo>
                  <a:pt x="816432" y="621258"/>
                </a:lnTo>
                <a:lnTo>
                  <a:pt x="816533" y="625614"/>
                </a:lnTo>
                <a:lnTo>
                  <a:pt x="817105" y="636473"/>
                </a:lnTo>
                <a:lnTo>
                  <a:pt x="817956" y="651954"/>
                </a:lnTo>
                <a:lnTo>
                  <a:pt x="822452" y="651954"/>
                </a:lnTo>
                <a:close/>
              </a:path>
              <a:path w="1122045" h="652145">
                <a:moveTo>
                  <a:pt x="1121956" y="0"/>
                </a:moveTo>
                <a:lnTo>
                  <a:pt x="525360" y="0"/>
                </a:lnTo>
                <a:lnTo>
                  <a:pt x="406958" y="325208"/>
                </a:lnTo>
                <a:lnTo>
                  <a:pt x="414820" y="0"/>
                </a:lnTo>
                <a:lnTo>
                  <a:pt x="270802" y="0"/>
                </a:lnTo>
                <a:lnTo>
                  <a:pt x="143992" y="321995"/>
                </a:lnTo>
                <a:lnTo>
                  <a:pt x="162572" y="0"/>
                </a:lnTo>
                <a:lnTo>
                  <a:pt x="0" y="0"/>
                </a:lnTo>
                <a:lnTo>
                  <a:pt x="0" y="648817"/>
                </a:lnTo>
                <a:lnTo>
                  <a:pt x="141909" y="648817"/>
                </a:lnTo>
                <a:lnTo>
                  <a:pt x="274688" y="322237"/>
                </a:lnTo>
                <a:lnTo>
                  <a:pt x="270789" y="648817"/>
                </a:lnTo>
                <a:lnTo>
                  <a:pt x="410883" y="648817"/>
                </a:lnTo>
                <a:lnTo>
                  <a:pt x="638213" y="116205"/>
                </a:lnTo>
                <a:lnTo>
                  <a:pt x="770661" y="116205"/>
                </a:lnTo>
                <a:lnTo>
                  <a:pt x="553631" y="651954"/>
                </a:lnTo>
                <a:lnTo>
                  <a:pt x="720991" y="651954"/>
                </a:lnTo>
                <a:lnTo>
                  <a:pt x="938022" y="116205"/>
                </a:lnTo>
                <a:lnTo>
                  <a:pt x="1073327" y="116205"/>
                </a:lnTo>
                <a:lnTo>
                  <a:pt x="1121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02770" y="542035"/>
            <a:ext cx="66325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>
                <a:solidFill>
                  <a:srgbClr val="000000"/>
                </a:solidFill>
              </a:rPr>
              <a:t>Overview</a:t>
            </a:r>
            <a:r>
              <a:rPr spc="-31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of</a:t>
            </a:r>
            <a:r>
              <a:rPr spc="-370" dirty="0">
                <a:solidFill>
                  <a:srgbClr val="000000"/>
                </a:solidFill>
              </a:rPr>
              <a:t> </a:t>
            </a:r>
            <a:r>
              <a:rPr lang="en-US" spc="-520" dirty="0">
                <a:solidFill>
                  <a:srgbClr val="000000"/>
                </a:solidFill>
              </a:rPr>
              <a:t>RexUS</a:t>
            </a:r>
            <a:endParaRPr spc="-520" dirty="0">
              <a:solidFill>
                <a:srgbClr val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6553" y="2323083"/>
            <a:ext cx="5041900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800" spc="-140" dirty="0">
                <a:latin typeface="Arial"/>
                <a:cs typeface="Arial"/>
              </a:rPr>
              <a:t>Problem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Domain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"/>
              <a:buChar char="•"/>
            </a:pPr>
            <a:endParaRPr sz="2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800" spc="-100" dirty="0">
                <a:latin typeface="Arial"/>
                <a:cs typeface="Arial"/>
              </a:rPr>
              <a:t>W</a:t>
            </a:r>
            <a:r>
              <a:rPr lang="en-US" sz="2800" spc="-100" dirty="0">
                <a:latin typeface="Arial"/>
                <a:cs typeface="Arial"/>
              </a:rPr>
              <a:t>hy RexUS Stands Out</a:t>
            </a:r>
            <a:r>
              <a:rPr sz="2800" spc="-35" dirty="0">
                <a:latin typeface="Arial"/>
                <a:cs typeface="Arial"/>
              </a:rPr>
              <a:t>?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 indent="1033144">
              <a:lnSpc>
                <a:spcPts val="5780"/>
              </a:lnSpc>
              <a:spcBef>
                <a:spcPts val="875"/>
              </a:spcBef>
            </a:pPr>
            <a:r>
              <a:rPr sz="5400" spc="-180" dirty="0"/>
              <a:t>Architecture</a:t>
            </a:r>
            <a:r>
              <a:rPr sz="5400" spc="-285" dirty="0"/>
              <a:t> </a:t>
            </a:r>
            <a:r>
              <a:rPr sz="5400" spc="-390" dirty="0"/>
              <a:t>Design</a:t>
            </a:r>
            <a:r>
              <a:rPr sz="5400" spc="-280" dirty="0"/>
              <a:t> </a:t>
            </a:r>
            <a:r>
              <a:rPr sz="5400" spc="-335" dirty="0"/>
              <a:t>and </a:t>
            </a:r>
            <a:r>
              <a:rPr sz="5400" spc="-265" dirty="0"/>
              <a:t>Software</a:t>
            </a:r>
            <a:r>
              <a:rPr sz="5400" spc="-270" dirty="0"/>
              <a:t> </a:t>
            </a:r>
            <a:r>
              <a:rPr sz="5400" spc="-305" dirty="0"/>
              <a:t>Engineering</a:t>
            </a:r>
            <a:r>
              <a:rPr sz="5400" spc="-260" dirty="0"/>
              <a:t> </a:t>
            </a:r>
            <a:r>
              <a:rPr sz="5400" spc="-290" dirty="0"/>
              <a:t>Principles</a:t>
            </a:r>
            <a:endParaRPr sz="5400"/>
          </a:p>
        </p:txBody>
      </p:sp>
      <p:grpSp>
        <p:nvGrpSpPr>
          <p:cNvPr id="3" name="object 3"/>
          <p:cNvGrpSpPr/>
          <p:nvPr/>
        </p:nvGrpSpPr>
        <p:grpSpPr>
          <a:xfrm>
            <a:off x="5047390" y="4726528"/>
            <a:ext cx="2095500" cy="1217930"/>
            <a:chOff x="5047390" y="4726528"/>
            <a:chExt cx="2095500" cy="1217930"/>
          </a:xfrm>
        </p:grpSpPr>
        <p:sp>
          <p:nvSpPr>
            <p:cNvPr id="4" name="object 4"/>
            <p:cNvSpPr/>
            <p:nvPr/>
          </p:nvSpPr>
          <p:spPr>
            <a:xfrm>
              <a:off x="5047390" y="4726528"/>
              <a:ext cx="2095500" cy="1217930"/>
            </a:xfrm>
            <a:custGeom>
              <a:avLst/>
              <a:gdLst/>
              <a:ahLst/>
              <a:cxnLst/>
              <a:rect l="l" t="t" r="r" b="b"/>
              <a:pathLst>
                <a:path w="2095500" h="1217929">
                  <a:moveTo>
                    <a:pt x="2095002" y="0"/>
                  </a:moveTo>
                  <a:lnTo>
                    <a:pt x="980992" y="0"/>
                  </a:lnTo>
                  <a:lnTo>
                    <a:pt x="759900" y="607270"/>
                  </a:lnTo>
                  <a:lnTo>
                    <a:pt x="774578" y="0"/>
                  </a:lnTo>
                  <a:lnTo>
                    <a:pt x="505653" y="0"/>
                  </a:lnTo>
                  <a:lnTo>
                    <a:pt x="268881" y="601267"/>
                  </a:lnTo>
                  <a:lnTo>
                    <a:pt x="303560" y="0"/>
                  </a:lnTo>
                  <a:lnTo>
                    <a:pt x="0" y="0"/>
                  </a:lnTo>
                  <a:lnTo>
                    <a:pt x="0" y="1211517"/>
                  </a:lnTo>
                  <a:lnTo>
                    <a:pt x="264985" y="1211517"/>
                  </a:lnTo>
                  <a:lnTo>
                    <a:pt x="512928" y="601701"/>
                  </a:lnTo>
                  <a:lnTo>
                    <a:pt x="505628" y="1211517"/>
                  </a:lnTo>
                  <a:lnTo>
                    <a:pt x="767241" y="1211517"/>
                  </a:lnTo>
                  <a:lnTo>
                    <a:pt x="1191719" y="217002"/>
                  </a:lnTo>
                  <a:lnTo>
                    <a:pt x="1439033" y="217002"/>
                  </a:lnTo>
                  <a:lnTo>
                    <a:pt x="1033779" y="1217371"/>
                  </a:lnTo>
                  <a:lnTo>
                    <a:pt x="1346292" y="1217371"/>
                  </a:lnTo>
                  <a:lnTo>
                    <a:pt x="1751530" y="217002"/>
                  </a:lnTo>
                  <a:lnTo>
                    <a:pt x="2004202" y="217002"/>
                  </a:lnTo>
                  <a:lnTo>
                    <a:pt x="2095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870" y="5878108"/>
              <a:ext cx="121259" cy="65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973" y="6388100"/>
            <a:ext cx="197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CIDM-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6395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357" y="5660491"/>
            <a:ext cx="1122045" cy="652145"/>
          </a:xfrm>
          <a:custGeom>
            <a:avLst/>
            <a:gdLst/>
            <a:ahLst/>
            <a:cxnLst/>
            <a:rect l="l" t="t" r="r" b="b"/>
            <a:pathLst>
              <a:path w="1122045" h="652145">
                <a:moveTo>
                  <a:pt x="783615" y="616712"/>
                </a:moveTo>
                <a:lnTo>
                  <a:pt x="757516" y="616712"/>
                </a:lnTo>
                <a:lnTo>
                  <a:pt x="757516" y="620572"/>
                </a:lnTo>
                <a:lnTo>
                  <a:pt x="768248" y="620572"/>
                </a:lnTo>
                <a:lnTo>
                  <a:pt x="768248" y="651954"/>
                </a:lnTo>
                <a:lnTo>
                  <a:pt x="772833" y="651954"/>
                </a:lnTo>
                <a:lnTo>
                  <a:pt x="772833" y="620572"/>
                </a:lnTo>
                <a:lnTo>
                  <a:pt x="783615" y="620572"/>
                </a:lnTo>
                <a:lnTo>
                  <a:pt x="783615" y="616712"/>
                </a:lnTo>
                <a:close/>
              </a:path>
              <a:path w="1122045" h="652145">
                <a:moveTo>
                  <a:pt x="822452" y="651954"/>
                </a:moveTo>
                <a:lnTo>
                  <a:pt x="820254" y="616712"/>
                </a:lnTo>
                <a:lnTo>
                  <a:pt x="814451" y="616712"/>
                </a:lnTo>
                <a:lnTo>
                  <a:pt x="808164" y="633755"/>
                </a:lnTo>
                <a:lnTo>
                  <a:pt x="806602" y="638200"/>
                </a:lnTo>
                <a:lnTo>
                  <a:pt x="805345" y="642073"/>
                </a:lnTo>
                <a:lnTo>
                  <a:pt x="804392" y="645642"/>
                </a:lnTo>
                <a:lnTo>
                  <a:pt x="803363" y="641972"/>
                </a:lnTo>
                <a:lnTo>
                  <a:pt x="802220" y="638098"/>
                </a:lnTo>
                <a:lnTo>
                  <a:pt x="800735" y="633755"/>
                </a:lnTo>
                <a:lnTo>
                  <a:pt x="794740" y="616712"/>
                </a:lnTo>
                <a:lnTo>
                  <a:pt x="788924" y="616712"/>
                </a:lnTo>
                <a:lnTo>
                  <a:pt x="786460" y="651954"/>
                </a:lnTo>
                <a:lnTo>
                  <a:pt x="790803" y="651954"/>
                </a:lnTo>
                <a:lnTo>
                  <a:pt x="791756" y="636841"/>
                </a:lnTo>
                <a:lnTo>
                  <a:pt x="792327" y="625640"/>
                </a:lnTo>
                <a:lnTo>
                  <a:pt x="792429" y="621258"/>
                </a:lnTo>
                <a:lnTo>
                  <a:pt x="793521" y="625436"/>
                </a:lnTo>
                <a:lnTo>
                  <a:pt x="794880" y="629932"/>
                </a:lnTo>
                <a:lnTo>
                  <a:pt x="802322" y="651751"/>
                </a:lnTo>
                <a:lnTo>
                  <a:pt x="805751" y="651751"/>
                </a:lnTo>
                <a:lnTo>
                  <a:pt x="813765" y="629780"/>
                </a:lnTo>
                <a:lnTo>
                  <a:pt x="816432" y="621258"/>
                </a:lnTo>
                <a:lnTo>
                  <a:pt x="816533" y="625614"/>
                </a:lnTo>
                <a:lnTo>
                  <a:pt x="817105" y="636473"/>
                </a:lnTo>
                <a:lnTo>
                  <a:pt x="817956" y="651954"/>
                </a:lnTo>
                <a:lnTo>
                  <a:pt x="822452" y="651954"/>
                </a:lnTo>
                <a:close/>
              </a:path>
              <a:path w="1122045" h="652145">
                <a:moveTo>
                  <a:pt x="1121956" y="0"/>
                </a:moveTo>
                <a:lnTo>
                  <a:pt x="525360" y="0"/>
                </a:lnTo>
                <a:lnTo>
                  <a:pt x="406958" y="325208"/>
                </a:lnTo>
                <a:lnTo>
                  <a:pt x="414820" y="0"/>
                </a:lnTo>
                <a:lnTo>
                  <a:pt x="270802" y="0"/>
                </a:lnTo>
                <a:lnTo>
                  <a:pt x="143992" y="321995"/>
                </a:lnTo>
                <a:lnTo>
                  <a:pt x="162572" y="0"/>
                </a:lnTo>
                <a:lnTo>
                  <a:pt x="0" y="0"/>
                </a:lnTo>
                <a:lnTo>
                  <a:pt x="0" y="648817"/>
                </a:lnTo>
                <a:lnTo>
                  <a:pt x="141909" y="648817"/>
                </a:lnTo>
                <a:lnTo>
                  <a:pt x="274688" y="322237"/>
                </a:lnTo>
                <a:lnTo>
                  <a:pt x="270789" y="648817"/>
                </a:lnTo>
                <a:lnTo>
                  <a:pt x="410883" y="648817"/>
                </a:lnTo>
                <a:lnTo>
                  <a:pt x="638213" y="116205"/>
                </a:lnTo>
                <a:lnTo>
                  <a:pt x="770661" y="116205"/>
                </a:lnTo>
                <a:lnTo>
                  <a:pt x="553631" y="651954"/>
                </a:lnTo>
                <a:lnTo>
                  <a:pt x="720991" y="651954"/>
                </a:lnTo>
                <a:lnTo>
                  <a:pt x="938022" y="116205"/>
                </a:lnTo>
                <a:lnTo>
                  <a:pt x="1073327" y="116205"/>
                </a:lnTo>
                <a:lnTo>
                  <a:pt x="1121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44459" y="542035"/>
            <a:ext cx="65525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>
                <a:solidFill>
                  <a:srgbClr val="000000"/>
                </a:solidFill>
              </a:rPr>
              <a:t>Software</a:t>
            </a:r>
            <a:r>
              <a:rPr spc="-300" dirty="0">
                <a:solidFill>
                  <a:srgbClr val="000000"/>
                </a:solidFill>
              </a:rPr>
              <a:t> </a:t>
            </a:r>
            <a:r>
              <a:rPr lang="en-US" spc="-350" dirty="0">
                <a:solidFill>
                  <a:srgbClr val="000000"/>
                </a:solidFill>
              </a:rPr>
              <a:t>Systems</a:t>
            </a:r>
            <a:endParaRPr spc="-350" dirty="0">
              <a:solidFill>
                <a:srgbClr val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6553" y="1876551"/>
            <a:ext cx="78638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500" spc="-114" dirty="0">
                <a:latin typeface="Arial"/>
                <a:cs typeface="Arial"/>
              </a:rPr>
              <a:t>Understand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the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100" dirty="0">
                <a:latin typeface="Arial"/>
                <a:cs typeface="Arial"/>
              </a:rPr>
              <a:t>why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80" dirty="0">
                <a:latin typeface="Arial"/>
                <a:cs typeface="Arial"/>
              </a:rPr>
              <a:t>behind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lang="en-US" sz="2500" spc="-180" dirty="0">
                <a:latin typeface="Arial"/>
                <a:cs typeface="Arial"/>
              </a:rPr>
              <a:t>RexUS</a:t>
            </a:r>
            <a:r>
              <a:rPr sz="2500" spc="-180" dirty="0">
                <a:latin typeface="Arial"/>
                <a:cs typeface="Arial"/>
              </a:rPr>
              <a:t>,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its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problem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30" dirty="0">
                <a:latin typeface="Arial"/>
                <a:cs typeface="Arial"/>
              </a:rPr>
              <a:t>domain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6553" y="2141727"/>
            <a:ext cx="5711825" cy="2731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500" spc="-130" dirty="0">
                <a:latin typeface="Arial"/>
                <a:cs typeface="Arial"/>
              </a:rPr>
              <a:t>and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spc="-135" dirty="0">
                <a:latin typeface="Arial"/>
                <a:cs typeface="Arial"/>
              </a:rPr>
              <a:t>user-</a:t>
            </a:r>
            <a:r>
              <a:rPr sz="2500" spc="-75" dirty="0">
                <a:latin typeface="Arial"/>
                <a:cs typeface="Arial"/>
              </a:rPr>
              <a:t>centric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vision.</a:t>
            </a:r>
            <a:endParaRPr sz="2500" dirty="0">
              <a:latin typeface="Arial"/>
              <a:cs typeface="Arial"/>
            </a:endParaRPr>
          </a:p>
          <a:p>
            <a:pPr marL="354965" indent="-342265">
              <a:lnSpc>
                <a:spcPts val="285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2500" spc="-225" dirty="0">
                <a:latin typeface="Arial"/>
                <a:cs typeface="Arial"/>
              </a:rPr>
              <a:t>Usage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105" dirty="0">
                <a:latin typeface="Arial"/>
                <a:cs typeface="Arial"/>
              </a:rPr>
              <a:t>Python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140" dirty="0">
                <a:latin typeface="Arial"/>
                <a:cs typeface="Arial"/>
              </a:rPr>
              <a:t>Django</a:t>
            </a:r>
            <a:r>
              <a:rPr sz="2500" spc="-130" dirty="0">
                <a:latin typeface="Arial"/>
                <a:cs typeface="Arial"/>
              </a:rPr>
              <a:t> and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lang="en-US" sz="1800" b="1" dirty="0"/>
              <a:t>PostgreSQL</a:t>
            </a:r>
            <a:r>
              <a:rPr lang="en-US" sz="2800" dirty="0">
                <a:effectLst/>
              </a:rPr>
              <a:t> </a:t>
            </a:r>
            <a:endParaRPr sz="2500" dirty="0">
              <a:latin typeface="Arial"/>
              <a:cs typeface="Arial"/>
            </a:endParaRPr>
          </a:p>
          <a:p>
            <a:pPr marL="812165" lvl="1" indent="-342265">
              <a:lnSpc>
                <a:spcPts val="2310"/>
              </a:lnSpc>
              <a:buChar char="•"/>
              <a:tabLst>
                <a:tab pos="812165" algn="l"/>
              </a:tabLst>
            </a:pPr>
            <a:r>
              <a:rPr sz="2200" spc="-145" dirty="0">
                <a:latin typeface="Arial"/>
                <a:cs typeface="Arial"/>
              </a:rPr>
              <a:t>Web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Development</a:t>
            </a:r>
            <a:endParaRPr sz="2200" dirty="0">
              <a:latin typeface="Arial"/>
              <a:cs typeface="Arial"/>
            </a:endParaRPr>
          </a:p>
          <a:p>
            <a:pPr marL="812165" lvl="1" indent="-342265">
              <a:lnSpc>
                <a:spcPts val="2340"/>
              </a:lnSpc>
              <a:buChar char="•"/>
              <a:tabLst>
                <a:tab pos="812165" algn="l"/>
              </a:tabLst>
            </a:pPr>
            <a:r>
              <a:rPr lang="en-US" sz="2200" spc="-254" dirty="0">
                <a:latin typeface="Arial"/>
                <a:cs typeface="Arial"/>
              </a:rPr>
              <a:t>Backend Logic</a:t>
            </a:r>
            <a:endParaRPr sz="2200" dirty="0">
              <a:latin typeface="Arial"/>
              <a:cs typeface="Arial"/>
            </a:endParaRPr>
          </a:p>
          <a:p>
            <a:pPr marL="812165" lvl="1" indent="-342265">
              <a:lnSpc>
                <a:spcPts val="2350"/>
              </a:lnSpc>
              <a:buChar char="•"/>
              <a:tabLst>
                <a:tab pos="812165" algn="l"/>
              </a:tabLst>
            </a:pPr>
            <a:r>
              <a:rPr lang="en-US" sz="2200" spc="-165" dirty="0">
                <a:latin typeface="Arial"/>
                <a:cs typeface="Arial"/>
              </a:rPr>
              <a:t>Server-Side Rendering</a:t>
            </a:r>
            <a:endParaRPr sz="2200" dirty="0">
              <a:latin typeface="Arial"/>
              <a:cs typeface="Arial"/>
            </a:endParaRPr>
          </a:p>
          <a:p>
            <a:pPr marL="812165" lvl="1" indent="-342265">
              <a:lnSpc>
                <a:spcPts val="2470"/>
              </a:lnSpc>
              <a:buChar char="•"/>
              <a:tabLst>
                <a:tab pos="812165" algn="l"/>
              </a:tabLst>
            </a:pPr>
            <a:r>
              <a:rPr lang="en-US" sz="2200" spc="-155" dirty="0">
                <a:latin typeface="Arial"/>
                <a:cs typeface="Arial"/>
              </a:rPr>
              <a:t>User Interface</a:t>
            </a:r>
          </a:p>
          <a:p>
            <a:pPr marL="812165" lvl="1" indent="-342265">
              <a:lnSpc>
                <a:spcPts val="2470"/>
              </a:lnSpc>
              <a:buChar char="•"/>
              <a:tabLst>
                <a:tab pos="812165" algn="l"/>
              </a:tabLst>
            </a:pPr>
            <a:r>
              <a:rPr lang="en-US" sz="2200" spc="-155" dirty="0">
                <a:latin typeface="Arial"/>
                <a:cs typeface="Arial"/>
              </a:rPr>
              <a:t>Containerization</a:t>
            </a:r>
            <a:endParaRPr sz="22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Char char="•"/>
              <a:tabLst>
                <a:tab pos="354965" algn="l"/>
              </a:tabLst>
            </a:pPr>
            <a:r>
              <a:rPr sz="2500" spc="-120" dirty="0">
                <a:latin typeface="Arial"/>
                <a:cs typeface="Arial"/>
              </a:rPr>
              <a:t>Agile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105" dirty="0">
                <a:latin typeface="Arial"/>
                <a:cs typeface="Arial"/>
              </a:rPr>
              <a:t>Software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125" dirty="0">
                <a:latin typeface="Arial"/>
                <a:cs typeface="Arial"/>
              </a:rPr>
              <a:t>Engineering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Practices</a:t>
            </a:r>
            <a:endParaRPr sz="2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859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0"/>
              </a:spcBef>
            </a:pPr>
            <a:r>
              <a:rPr sz="5400" spc="-210" dirty="0"/>
              <a:t>Networking</a:t>
            </a:r>
            <a:r>
              <a:rPr sz="5400" spc="-225" dirty="0"/>
              <a:t> </a:t>
            </a:r>
            <a:r>
              <a:rPr sz="5400" spc="-305" dirty="0"/>
              <a:t>and</a:t>
            </a:r>
            <a:r>
              <a:rPr sz="5400" spc="-235" dirty="0"/>
              <a:t> </a:t>
            </a:r>
            <a:r>
              <a:rPr sz="5400" spc="-290" dirty="0"/>
              <a:t>Cybersecurity</a:t>
            </a:r>
            <a:endParaRPr sz="5400"/>
          </a:p>
        </p:txBody>
      </p:sp>
      <p:grpSp>
        <p:nvGrpSpPr>
          <p:cNvPr id="3" name="object 3"/>
          <p:cNvGrpSpPr/>
          <p:nvPr/>
        </p:nvGrpSpPr>
        <p:grpSpPr>
          <a:xfrm>
            <a:off x="5047390" y="4726528"/>
            <a:ext cx="2095500" cy="1217930"/>
            <a:chOff x="5047390" y="4726528"/>
            <a:chExt cx="2095500" cy="1217930"/>
          </a:xfrm>
        </p:grpSpPr>
        <p:sp>
          <p:nvSpPr>
            <p:cNvPr id="4" name="object 4"/>
            <p:cNvSpPr/>
            <p:nvPr/>
          </p:nvSpPr>
          <p:spPr>
            <a:xfrm>
              <a:off x="5047390" y="4726528"/>
              <a:ext cx="2095500" cy="1217930"/>
            </a:xfrm>
            <a:custGeom>
              <a:avLst/>
              <a:gdLst/>
              <a:ahLst/>
              <a:cxnLst/>
              <a:rect l="l" t="t" r="r" b="b"/>
              <a:pathLst>
                <a:path w="2095500" h="1217929">
                  <a:moveTo>
                    <a:pt x="2095002" y="0"/>
                  </a:moveTo>
                  <a:lnTo>
                    <a:pt x="980992" y="0"/>
                  </a:lnTo>
                  <a:lnTo>
                    <a:pt x="759900" y="607270"/>
                  </a:lnTo>
                  <a:lnTo>
                    <a:pt x="774578" y="0"/>
                  </a:lnTo>
                  <a:lnTo>
                    <a:pt x="505653" y="0"/>
                  </a:lnTo>
                  <a:lnTo>
                    <a:pt x="268881" y="601267"/>
                  </a:lnTo>
                  <a:lnTo>
                    <a:pt x="303560" y="0"/>
                  </a:lnTo>
                  <a:lnTo>
                    <a:pt x="0" y="0"/>
                  </a:lnTo>
                  <a:lnTo>
                    <a:pt x="0" y="1211517"/>
                  </a:lnTo>
                  <a:lnTo>
                    <a:pt x="264985" y="1211517"/>
                  </a:lnTo>
                  <a:lnTo>
                    <a:pt x="512928" y="601701"/>
                  </a:lnTo>
                  <a:lnTo>
                    <a:pt x="505628" y="1211517"/>
                  </a:lnTo>
                  <a:lnTo>
                    <a:pt x="767241" y="1211517"/>
                  </a:lnTo>
                  <a:lnTo>
                    <a:pt x="1191719" y="217002"/>
                  </a:lnTo>
                  <a:lnTo>
                    <a:pt x="1439033" y="217002"/>
                  </a:lnTo>
                  <a:lnTo>
                    <a:pt x="1033779" y="1217371"/>
                  </a:lnTo>
                  <a:lnTo>
                    <a:pt x="1346292" y="1217371"/>
                  </a:lnTo>
                  <a:lnTo>
                    <a:pt x="1751530" y="217002"/>
                  </a:lnTo>
                  <a:lnTo>
                    <a:pt x="2004202" y="217002"/>
                  </a:lnTo>
                  <a:lnTo>
                    <a:pt x="2095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870" y="5878108"/>
              <a:ext cx="121259" cy="65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973" y="6388100"/>
            <a:ext cx="197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CIDM-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6395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357" y="5660491"/>
            <a:ext cx="1122045" cy="652145"/>
          </a:xfrm>
          <a:custGeom>
            <a:avLst/>
            <a:gdLst/>
            <a:ahLst/>
            <a:cxnLst/>
            <a:rect l="l" t="t" r="r" b="b"/>
            <a:pathLst>
              <a:path w="1122045" h="652145">
                <a:moveTo>
                  <a:pt x="783615" y="616712"/>
                </a:moveTo>
                <a:lnTo>
                  <a:pt x="757516" y="616712"/>
                </a:lnTo>
                <a:lnTo>
                  <a:pt x="757516" y="620572"/>
                </a:lnTo>
                <a:lnTo>
                  <a:pt x="768248" y="620572"/>
                </a:lnTo>
                <a:lnTo>
                  <a:pt x="768248" y="651954"/>
                </a:lnTo>
                <a:lnTo>
                  <a:pt x="772833" y="651954"/>
                </a:lnTo>
                <a:lnTo>
                  <a:pt x="772833" y="620572"/>
                </a:lnTo>
                <a:lnTo>
                  <a:pt x="783615" y="620572"/>
                </a:lnTo>
                <a:lnTo>
                  <a:pt x="783615" y="616712"/>
                </a:lnTo>
                <a:close/>
              </a:path>
              <a:path w="1122045" h="652145">
                <a:moveTo>
                  <a:pt x="822452" y="651954"/>
                </a:moveTo>
                <a:lnTo>
                  <a:pt x="820254" y="616712"/>
                </a:lnTo>
                <a:lnTo>
                  <a:pt x="814451" y="616712"/>
                </a:lnTo>
                <a:lnTo>
                  <a:pt x="808164" y="633755"/>
                </a:lnTo>
                <a:lnTo>
                  <a:pt x="806602" y="638200"/>
                </a:lnTo>
                <a:lnTo>
                  <a:pt x="805345" y="642073"/>
                </a:lnTo>
                <a:lnTo>
                  <a:pt x="804392" y="645642"/>
                </a:lnTo>
                <a:lnTo>
                  <a:pt x="803363" y="641972"/>
                </a:lnTo>
                <a:lnTo>
                  <a:pt x="802220" y="638098"/>
                </a:lnTo>
                <a:lnTo>
                  <a:pt x="800735" y="633755"/>
                </a:lnTo>
                <a:lnTo>
                  <a:pt x="794740" y="616712"/>
                </a:lnTo>
                <a:lnTo>
                  <a:pt x="788924" y="616712"/>
                </a:lnTo>
                <a:lnTo>
                  <a:pt x="786460" y="651954"/>
                </a:lnTo>
                <a:lnTo>
                  <a:pt x="790803" y="651954"/>
                </a:lnTo>
                <a:lnTo>
                  <a:pt x="791756" y="636841"/>
                </a:lnTo>
                <a:lnTo>
                  <a:pt x="792327" y="625640"/>
                </a:lnTo>
                <a:lnTo>
                  <a:pt x="792429" y="621258"/>
                </a:lnTo>
                <a:lnTo>
                  <a:pt x="793521" y="625436"/>
                </a:lnTo>
                <a:lnTo>
                  <a:pt x="794880" y="629932"/>
                </a:lnTo>
                <a:lnTo>
                  <a:pt x="802322" y="651751"/>
                </a:lnTo>
                <a:lnTo>
                  <a:pt x="805751" y="651751"/>
                </a:lnTo>
                <a:lnTo>
                  <a:pt x="813765" y="629780"/>
                </a:lnTo>
                <a:lnTo>
                  <a:pt x="816432" y="621258"/>
                </a:lnTo>
                <a:lnTo>
                  <a:pt x="816533" y="625614"/>
                </a:lnTo>
                <a:lnTo>
                  <a:pt x="817105" y="636473"/>
                </a:lnTo>
                <a:lnTo>
                  <a:pt x="817956" y="651954"/>
                </a:lnTo>
                <a:lnTo>
                  <a:pt x="822452" y="651954"/>
                </a:lnTo>
                <a:close/>
              </a:path>
              <a:path w="1122045" h="652145">
                <a:moveTo>
                  <a:pt x="1121956" y="0"/>
                </a:moveTo>
                <a:lnTo>
                  <a:pt x="525360" y="0"/>
                </a:lnTo>
                <a:lnTo>
                  <a:pt x="406958" y="325208"/>
                </a:lnTo>
                <a:lnTo>
                  <a:pt x="414820" y="0"/>
                </a:lnTo>
                <a:lnTo>
                  <a:pt x="270802" y="0"/>
                </a:lnTo>
                <a:lnTo>
                  <a:pt x="143992" y="321995"/>
                </a:lnTo>
                <a:lnTo>
                  <a:pt x="162572" y="0"/>
                </a:lnTo>
                <a:lnTo>
                  <a:pt x="0" y="0"/>
                </a:lnTo>
                <a:lnTo>
                  <a:pt x="0" y="648817"/>
                </a:lnTo>
                <a:lnTo>
                  <a:pt x="141909" y="648817"/>
                </a:lnTo>
                <a:lnTo>
                  <a:pt x="274688" y="322237"/>
                </a:lnTo>
                <a:lnTo>
                  <a:pt x="270789" y="648817"/>
                </a:lnTo>
                <a:lnTo>
                  <a:pt x="410883" y="648817"/>
                </a:lnTo>
                <a:lnTo>
                  <a:pt x="638213" y="116205"/>
                </a:lnTo>
                <a:lnTo>
                  <a:pt x="770661" y="116205"/>
                </a:lnTo>
                <a:lnTo>
                  <a:pt x="553631" y="651954"/>
                </a:lnTo>
                <a:lnTo>
                  <a:pt x="720991" y="651954"/>
                </a:lnTo>
                <a:lnTo>
                  <a:pt x="938022" y="116205"/>
                </a:lnTo>
                <a:lnTo>
                  <a:pt x="1073327" y="116205"/>
                </a:lnTo>
                <a:lnTo>
                  <a:pt x="1121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43551" y="243839"/>
            <a:ext cx="724789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185" dirty="0">
                <a:solidFill>
                  <a:srgbClr val="000000"/>
                </a:solidFill>
              </a:rPr>
              <a:t>Networking</a:t>
            </a:r>
            <a:r>
              <a:rPr sz="4700" spc="-195" dirty="0">
                <a:solidFill>
                  <a:srgbClr val="000000"/>
                </a:solidFill>
              </a:rPr>
              <a:t> </a:t>
            </a:r>
            <a:r>
              <a:rPr sz="4700" spc="-270" dirty="0">
                <a:solidFill>
                  <a:srgbClr val="000000"/>
                </a:solidFill>
              </a:rPr>
              <a:t>and</a:t>
            </a:r>
            <a:r>
              <a:rPr sz="4700" spc="-200" dirty="0">
                <a:solidFill>
                  <a:srgbClr val="000000"/>
                </a:solidFill>
              </a:rPr>
              <a:t> </a:t>
            </a:r>
            <a:r>
              <a:rPr sz="4700" spc="-215" dirty="0">
                <a:solidFill>
                  <a:srgbClr val="000000"/>
                </a:solidFill>
              </a:rPr>
              <a:t>Cybersecurity</a:t>
            </a:r>
            <a:endParaRPr sz="4700"/>
          </a:p>
        </p:txBody>
      </p:sp>
      <p:sp>
        <p:nvSpPr>
          <p:cNvPr id="5" name="object 5"/>
          <p:cNvSpPr txBox="1"/>
          <p:nvPr/>
        </p:nvSpPr>
        <p:spPr>
          <a:xfrm>
            <a:off x="3257114" y="737615"/>
            <a:ext cx="662178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20" dirty="0">
                <a:latin typeface="Arial"/>
                <a:cs typeface="Arial"/>
              </a:rPr>
              <a:t>considerations</a:t>
            </a:r>
            <a:r>
              <a:rPr sz="4700" spc="-250" dirty="0">
                <a:latin typeface="Arial"/>
                <a:cs typeface="Arial"/>
              </a:rPr>
              <a:t> </a:t>
            </a:r>
            <a:r>
              <a:rPr sz="4700" spc="-40" dirty="0">
                <a:latin typeface="Arial"/>
                <a:cs typeface="Arial"/>
              </a:rPr>
              <a:t>for</a:t>
            </a:r>
            <a:r>
              <a:rPr sz="4700" spc="-254" dirty="0">
                <a:latin typeface="Arial"/>
                <a:cs typeface="Arial"/>
              </a:rPr>
              <a:t> </a:t>
            </a:r>
            <a:r>
              <a:rPr lang="en-US" sz="4700" spc="-420" dirty="0">
                <a:latin typeface="Arial"/>
                <a:cs typeface="Arial"/>
              </a:rPr>
              <a:t>RexUS</a:t>
            </a:r>
            <a:endParaRPr sz="4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6553" y="2323083"/>
            <a:ext cx="5045710" cy="78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175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800" spc="-150" dirty="0">
                <a:latin typeface="Arial"/>
                <a:cs typeface="Arial"/>
              </a:rPr>
              <a:t>Disaster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225" dirty="0">
                <a:latin typeface="Arial"/>
                <a:cs typeface="Arial"/>
              </a:rPr>
              <a:t>Response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Planning</a:t>
            </a:r>
            <a:endParaRPr sz="2800" dirty="0">
              <a:latin typeface="Arial"/>
              <a:cs typeface="Arial"/>
            </a:endParaRPr>
          </a:p>
          <a:p>
            <a:pPr marL="812165" lvl="1" indent="-342265">
              <a:lnSpc>
                <a:spcPts val="2815"/>
              </a:lnSpc>
              <a:buChar char="•"/>
              <a:tabLst>
                <a:tab pos="812165" algn="l"/>
              </a:tabLst>
            </a:pPr>
            <a:r>
              <a:rPr sz="2500" spc="-114" dirty="0">
                <a:latin typeface="Arial"/>
                <a:cs typeface="Arial"/>
              </a:rPr>
              <a:t>Cybersecurity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Incident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spc="-55" dirty="0">
                <a:latin typeface="Arial"/>
                <a:cs typeface="Arial"/>
              </a:rPr>
              <a:t>Detection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0952" y="3044952"/>
            <a:ext cx="59118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300" spc="-120" dirty="0">
                <a:latin typeface="Arial"/>
                <a:cs typeface="Arial"/>
              </a:rPr>
              <a:t>WireShark,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225" dirty="0">
                <a:latin typeface="Arial"/>
                <a:cs typeface="Arial"/>
              </a:rPr>
              <a:t>NMAP,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spc="-200" dirty="0">
                <a:latin typeface="Arial"/>
                <a:cs typeface="Arial"/>
              </a:rPr>
              <a:t>Nessus</a:t>
            </a:r>
            <a:r>
              <a:rPr sz="2300" spc="-75" dirty="0">
                <a:latin typeface="Arial"/>
                <a:cs typeface="Arial"/>
              </a:rPr>
              <a:t> Application </a:t>
            </a:r>
            <a:r>
              <a:rPr sz="2300" spc="-165" dirty="0">
                <a:latin typeface="Arial"/>
                <a:cs typeface="Arial"/>
              </a:rPr>
              <a:t>use</a:t>
            </a:r>
            <a:r>
              <a:rPr sz="2300" spc="-70" dirty="0">
                <a:latin typeface="Arial"/>
                <a:cs typeface="Arial"/>
              </a:rPr>
              <a:t> </a:t>
            </a:r>
            <a:r>
              <a:rPr sz="2300" spc="-100" dirty="0">
                <a:latin typeface="Arial"/>
                <a:cs typeface="Arial"/>
              </a:rPr>
              <a:t>case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3753" y="3288791"/>
            <a:ext cx="6405245" cy="1339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0">
              <a:lnSpc>
                <a:spcPts val="2530"/>
              </a:lnSpc>
              <a:spcBef>
                <a:spcPts val="100"/>
              </a:spcBef>
            </a:pPr>
            <a:r>
              <a:rPr sz="2300" spc="-10" dirty="0">
                <a:latin typeface="Arial"/>
                <a:cs typeface="Arial"/>
              </a:rPr>
              <a:t>implementation</a:t>
            </a:r>
            <a:endParaRPr sz="2300" dirty="0">
              <a:latin typeface="Arial"/>
              <a:cs typeface="Arial"/>
            </a:endParaRPr>
          </a:p>
          <a:p>
            <a:pPr marL="354965" indent="-342265">
              <a:lnSpc>
                <a:spcPts val="2565"/>
              </a:lnSpc>
              <a:buChar char="•"/>
              <a:tabLst>
                <a:tab pos="354965" algn="l"/>
              </a:tabLst>
            </a:pPr>
            <a:r>
              <a:rPr sz="2500" spc="-114" dirty="0">
                <a:latin typeface="Arial"/>
                <a:cs typeface="Arial"/>
              </a:rPr>
              <a:t>Cybersecurity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Incident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Management</a:t>
            </a:r>
            <a:endParaRPr sz="2500" dirty="0">
              <a:latin typeface="Arial"/>
              <a:cs typeface="Arial"/>
            </a:endParaRPr>
          </a:p>
          <a:p>
            <a:pPr marL="354965" indent="-342265">
              <a:lnSpc>
                <a:spcPts val="2645"/>
              </a:lnSpc>
              <a:buChar char="•"/>
              <a:tabLst>
                <a:tab pos="354965" algn="l"/>
              </a:tabLst>
            </a:pPr>
            <a:r>
              <a:rPr sz="2500" spc="-185" dirty="0">
                <a:latin typeface="Arial"/>
                <a:cs typeface="Arial"/>
              </a:rPr>
              <a:t>Business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Continuity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Plan</a:t>
            </a:r>
            <a:endParaRPr sz="2500" dirty="0">
              <a:latin typeface="Arial"/>
              <a:cs typeface="Arial"/>
            </a:endParaRPr>
          </a:p>
          <a:p>
            <a:pPr marL="812165" lvl="1" indent="-342265">
              <a:lnSpc>
                <a:spcPts val="2610"/>
              </a:lnSpc>
              <a:buChar char="•"/>
              <a:tabLst>
                <a:tab pos="812165" algn="l"/>
              </a:tabLst>
            </a:pPr>
            <a:r>
              <a:rPr sz="2300" spc="-145" dirty="0">
                <a:latin typeface="Arial"/>
                <a:cs typeface="Arial"/>
              </a:rPr>
              <a:t>Ransomware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155" dirty="0">
                <a:latin typeface="Arial"/>
                <a:cs typeface="Arial"/>
              </a:rPr>
              <a:t>Recovery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60" dirty="0">
                <a:latin typeface="Arial"/>
                <a:cs typeface="Arial"/>
              </a:rPr>
              <a:t>Plan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Project </a:t>
            </a:r>
            <a:r>
              <a:rPr sz="2300" spc="-175" dirty="0">
                <a:latin typeface="Arial"/>
                <a:cs typeface="Arial"/>
              </a:rPr>
              <a:t>CIDM-</a:t>
            </a:r>
            <a:r>
              <a:rPr sz="2300" spc="-35" dirty="0">
                <a:latin typeface="Arial"/>
                <a:cs typeface="Arial"/>
              </a:rPr>
              <a:t>6340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6553" y="4609083"/>
            <a:ext cx="7678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0"/>
              </a:spcBef>
              <a:buChar char="•"/>
              <a:tabLst>
                <a:tab pos="583565" algn="l"/>
              </a:tabLst>
            </a:pPr>
            <a:r>
              <a:rPr lang="en-US" sz="2800" dirty="0">
                <a:latin typeface="Arial"/>
                <a:cs typeface="Arial"/>
              </a:rPr>
              <a:t>Django secure authentication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6553" y="4901691"/>
            <a:ext cx="7821295" cy="1288238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584200" marR="5080">
              <a:lnSpc>
                <a:spcPct val="71400"/>
              </a:lnSpc>
              <a:spcBef>
                <a:spcPts val="1060"/>
              </a:spcBef>
            </a:pPr>
            <a:endParaRPr sz="2800" dirty="0">
              <a:latin typeface="Arial"/>
              <a:cs typeface="Arial"/>
            </a:endParaRPr>
          </a:p>
          <a:p>
            <a:pPr marL="583565" indent="-570865">
              <a:lnSpc>
                <a:spcPts val="3290"/>
              </a:lnSpc>
              <a:buChar char="•"/>
              <a:tabLst>
                <a:tab pos="583565" algn="l"/>
              </a:tabLst>
            </a:pPr>
            <a:r>
              <a:rPr sz="2800" spc="-395" dirty="0">
                <a:latin typeface="Arial"/>
                <a:cs typeface="Arial"/>
              </a:rPr>
              <a:t>HTTPS</a:t>
            </a:r>
            <a:r>
              <a:rPr lang="en-US" sz="2800" spc="-395" dirty="0">
                <a:latin typeface="Arial"/>
                <a:cs typeface="Arial"/>
              </a:rPr>
              <a:t>/TLS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encryption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protocols</a:t>
            </a:r>
            <a:endParaRPr lang="en-US" sz="2800" spc="-10" dirty="0">
              <a:latin typeface="Arial"/>
              <a:cs typeface="Arial"/>
            </a:endParaRPr>
          </a:p>
          <a:p>
            <a:pPr marL="583565" indent="-570865">
              <a:lnSpc>
                <a:spcPts val="3290"/>
              </a:lnSpc>
              <a:buChar char="•"/>
              <a:tabLst>
                <a:tab pos="583565" algn="l"/>
              </a:tabLst>
            </a:pPr>
            <a:r>
              <a:rPr lang="en-US" sz="2800" spc="-10" dirty="0">
                <a:latin typeface="Arial"/>
                <a:cs typeface="Arial"/>
              </a:rPr>
              <a:t>Input Validation(prevent XSS,SQL Injection)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372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Data</a:t>
            </a:r>
            <a:r>
              <a:rPr spc="-310" dirty="0"/>
              <a:t> </a:t>
            </a:r>
            <a:r>
              <a:rPr spc="-300" dirty="0"/>
              <a:t>Management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7390" y="4726528"/>
            <a:ext cx="2095500" cy="1217930"/>
            <a:chOff x="5047390" y="4726528"/>
            <a:chExt cx="2095500" cy="1217930"/>
          </a:xfrm>
        </p:grpSpPr>
        <p:sp>
          <p:nvSpPr>
            <p:cNvPr id="4" name="object 4"/>
            <p:cNvSpPr/>
            <p:nvPr/>
          </p:nvSpPr>
          <p:spPr>
            <a:xfrm>
              <a:off x="5047390" y="4726528"/>
              <a:ext cx="2095500" cy="1217930"/>
            </a:xfrm>
            <a:custGeom>
              <a:avLst/>
              <a:gdLst/>
              <a:ahLst/>
              <a:cxnLst/>
              <a:rect l="l" t="t" r="r" b="b"/>
              <a:pathLst>
                <a:path w="2095500" h="1217929">
                  <a:moveTo>
                    <a:pt x="2095002" y="0"/>
                  </a:moveTo>
                  <a:lnTo>
                    <a:pt x="980992" y="0"/>
                  </a:lnTo>
                  <a:lnTo>
                    <a:pt x="759900" y="607270"/>
                  </a:lnTo>
                  <a:lnTo>
                    <a:pt x="774578" y="0"/>
                  </a:lnTo>
                  <a:lnTo>
                    <a:pt x="505653" y="0"/>
                  </a:lnTo>
                  <a:lnTo>
                    <a:pt x="268881" y="601267"/>
                  </a:lnTo>
                  <a:lnTo>
                    <a:pt x="303560" y="0"/>
                  </a:lnTo>
                  <a:lnTo>
                    <a:pt x="0" y="0"/>
                  </a:lnTo>
                  <a:lnTo>
                    <a:pt x="0" y="1211517"/>
                  </a:lnTo>
                  <a:lnTo>
                    <a:pt x="264985" y="1211517"/>
                  </a:lnTo>
                  <a:lnTo>
                    <a:pt x="512928" y="601701"/>
                  </a:lnTo>
                  <a:lnTo>
                    <a:pt x="505628" y="1211517"/>
                  </a:lnTo>
                  <a:lnTo>
                    <a:pt x="767241" y="1211517"/>
                  </a:lnTo>
                  <a:lnTo>
                    <a:pt x="1191719" y="217002"/>
                  </a:lnTo>
                  <a:lnTo>
                    <a:pt x="1439033" y="217002"/>
                  </a:lnTo>
                  <a:lnTo>
                    <a:pt x="1033779" y="1217371"/>
                  </a:lnTo>
                  <a:lnTo>
                    <a:pt x="1346292" y="1217371"/>
                  </a:lnTo>
                  <a:lnTo>
                    <a:pt x="1751530" y="217002"/>
                  </a:lnTo>
                  <a:lnTo>
                    <a:pt x="2004202" y="217002"/>
                  </a:lnTo>
                  <a:lnTo>
                    <a:pt x="2095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870" y="5878108"/>
              <a:ext cx="121259" cy="65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973" y="6388100"/>
            <a:ext cx="197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CIDM-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6395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357" y="5660491"/>
            <a:ext cx="1122045" cy="652145"/>
          </a:xfrm>
          <a:custGeom>
            <a:avLst/>
            <a:gdLst/>
            <a:ahLst/>
            <a:cxnLst/>
            <a:rect l="l" t="t" r="r" b="b"/>
            <a:pathLst>
              <a:path w="1122045" h="652145">
                <a:moveTo>
                  <a:pt x="783615" y="616712"/>
                </a:moveTo>
                <a:lnTo>
                  <a:pt x="757516" y="616712"/>
                </a:lnTo>
                <a:lnTo>
                  <a:pt x="757516" y="620572"/>
                </a:lnTo>
                <a:lnTo>
                  <a:pt x="768248" y="620572"/>
                </a:lnTo>
                <a:lnTo>
                  <a:pt x="768248" y="651954"/>
                </a:lnTo>
                <a:lnTo>
                  <a:pt x="772833" y="651954"/>
                </a:lnTo>
                <a:lnTo>
                  <a:pt x="772833" y="620572"/>
                </a:lnTo>
                <a:lnTo>
                  <a:pt x="783615" y="620572"/>
                </a:lnTo>
                <a:lnTo>
                  <a:pt x="783615" y="616712"/>
                </a:lnTo>
                <a:close/>
              </a:path>
              <a:path w="1122045" h="652145">
                <a:moveTo>
                  <a:pt x="822452" y="651954"/>
                </a:moveTo>
                <a:lnTo>
                  <a:pt x="820254" y="616712"/>
                </a:lnTo>
                <a:lnTo>
                  <a:pt x="814451" y="616712"/>
                </a:lnTo>
                <a:lnTo>
                  <a:pt x="808164" y="633755"/>
                </a:lnTo>
                <a:lnTo>
                  <a:pt x="806602" y="638200"/>
                </a:lnTo>
                <a:lnTo>
                  <a:pt x="805345" y="642073"/>
                </a:lnTo>
                <a:lnTo>
                  <a:pt x="804392" y="645642"/>
                </a:lnTo>
                <a:lnTo>
                  <a:pt x="803363" y="641972"/>
                </a:lnTo>
                <a:lnTo>
                  <a:pt x="802220" y="638098"/>
                </a:lnTo>
                <a:lnTo>
                  <a:pt x="800735" y="633755"/>
                </a:lnTo>
                <a:lnTo>
                  <a:pt x="794740" y="616712"/>
                </a:lnTo>
                <a:lnTo>
                  <a:pt x="788924" y="616712"/>
                </a:lnTo>
                <a:lnTo>
                  <a:pt x="786460" y="651954"/>
                </a:lnTo>
                <a:lnTo>
                  <a:pt x="790803" y="651954"/>
                </a:lnTo>
                <a:lnTo>
                  <a:pt x="791756" y="636841"/>
                </a:lnTo>
                <a:lnTo>
                  <a:pt x="792327" y="625640"/>
                </a:lnTo>
                <a:lnTo>
                  <a:pt x="792429" y="621258"/>
                </a:lnTo>
                <a:lnTo>
                  <a:pt x="793521" y="625436"/>
                </a:lnTo>
                <a:lnTo>
                  <a:pt x="794880" y="629932"/>
                </a:lnTo>
                <a:lnTo>
                  <a:pt x="802322" y="651751"/>
                </a:lnTo>
                <a:lnTo>
                  <a:pt x="805751" y="651751"/>
                </a:lnTo>
                <a:lnTo>
                  <a:pt x="813765" y="629780"/>
                </a:lnTo>
                <a:lnTo>
                  <a:pt x="816432" y="621258"/>
                </a:lnTo>
                <a:lnTo>
                  <a:pt x="816533" y="625614"/>
                </a:lnTo>
                <a:lnTo>
                  <a:pt x="817105" y="636473"/>
                </a:lnTo>
                <a:lnTo>
                  <a:pt x="817956" y="651954"/>
                </a:lnTo>
                <a:lnTo>
                  <a:pt x="822452" y="651954"/>
                </a:lnTo>
                <a:close/>
              </a:path>
              <a:path w="1122045" h="652145">
                <a:moveTo>
                  <a:pt x="1121956" y="0"/>
                </a:moveTo>
                <a:lnTo>
                  <a:pt x="525360" y="0"/>
                </a:lnTo>
                <a:lnTo>
                  <a:pt x="406958" y="325208"/>
                </a:lnTo>
                <a:lnTo>
                  <a:pt x="414820" y="0"/>
                </a:lnTo>
                <a:lnTo>
                  <a:pt x="270802" y="0"/>
                </a:lnTo>
                <a:lnTo>
                  <a:pt x="143992" y="321995"/>
                </a:lnTo>
                <a:lnTo>
                  <a:pt x="162572" y="0"/>
                </a:lnTo>
                <a:lnTo>
                  <a:pt x="0" y="0"/>
                </a:lnTo>
                <a:lnTo>
                  <a:pt x="0" y="648817"/>
                </a:lnTo>
                <a:lnTo>
                  <a:pt x="141909" y="648817"/>
                </a:lnTo>
                <a:lnTo>
                  <a:pt x="274688" y="322237"/>
                </a:lnTo>
                <a:lnTo>
                  <a:pt x="270789" y="648817"/>
                </a:lnTo>
                <a:lnTo>
                  <a:pt x="410883" y="648817"/>
                </a:lnTo>
                <a:lnTo>
                  <a:pt x="638213" y="116205"/>
                </a:lnTo>
                <a:lnTo>
                  <a:pt x="770661" y="116205"/>
                </a:lnTo>
                <a:lnTo>
                  <a:pt x="553631" y="651954"/>
                </a:lnTo>
                <a:lnTo>
                  <a:pt x="720991" y="651954"/>
                </a:lnTo>
                <a:lnTo>
                  <a:pt x="938022" y="116205"/>
                </a:lnTo>
                <a:lnTo>
                  <a:pt x="1073327" y="116205"/>
                </a:lnTo>
                <a:lnTo>
                  <a:pt x="1121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63591" y="542035"/>
            <a:ext cx="57099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5" dirty="0">
                <a:solidFill>
                  <a:srgbClr val="000000"/>
                </a:solidFill>
              </a:rPr>
              <a:t>Data</a:t>
            </a:r>
            <a:r>
              <a:rPr spc="-310" dirty="0">
                <a:solidFill>
                  <a:srgbClr val="000000"/>
                </a:solidFill>
              </a:rPr>
              <a:t> </a:t>
            </a:r>
            <a:r>
              <a:rPr spc="-300" dirty="0">
                <a:solidFill>
                  <a:srgbClr val="000000"/>
                </a:solidFill>
              </a:rPr>
              <a:t>Management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26553" y="2029459"/>
            <a:ext cx="7419975" cy="2395528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90"/>
              </a:spcBef>
              <a:buChar char="•"/>
              <a:tabLst>
                <a:tab pos="354965" algn="l"/>
              </a:tabLst>
            </a:pPr>
            <a:r>
              <a:rPr lang="en-US" sz="3600" spc="-260" dirty="0" err="1">
                <a:latin typeface="Arial"/>
                <a:cs typeface="Arial"/>
              </a:rPr>
              <a:t>RexUS</a:t>
            </a:r>
            <a:r>
              <a:rPr sz="3600" spc="-175" dirty="0">
                <a:latin typeface="Arial"/>
                <a:cs typeface="Arial"/>
              </a:rPr>
              <a:t> </a:t>
            </a:r>
            <a:r>
              <a:rPr sz="3600" spc="-225" dirty="0">
                <a:latin typeface="Arial"/>
                <a:cs typeface="Arial"/>
              </a:rPr>
              <a:t>Data</a:t>
            </a:r>
            <a:r>
              <a:rPr sz="3600" spc="-175" dirty="0">
                <a:latin typeface="Arial"/>
                <a:cs typeface="Arial"/>
              </a:rPr>
              <a:t> </a:t>
            </a:r>
            <a:r>
              <a:rPr sz="3600" spc="-150" dirty="0">
                <a:latin typeface="Arial"/>
                <a:cs typeface="Arial"/>
              </a:rPr>
              <a:t>Management</a:t>
            </a:r>
            <a:r>
              <a:rPr sz="3600" spc="-175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Plan</a:t>
            </a:r>
            <a:endParaRPr lang="en-US" sz="3600" spc="-2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90"/>
              </a:spcBef>
              <a:buChar char="•"/>
              <a:tabLst>
                <a:tab pos="354965" algn="l"/>
              </a:tabLst>
            </a:pPr>
            <a:r>
              <a:rPr lang="en-US" sz="3600" spc="-20" dirty="0">
                <a:latin typeface="Arial"/>
                <a:cs typeface="Arial"/>
              </a:rPr>
              <a:t>PostgreSQL relational schema</a:t>
            </a:r>
          </a:p>
          <a:p>
            <a:pPr marL="354965" indent="-342265">
              <a:lnSpc>
                <a:spcPct val="100000"/>
              </a:lnSpc>
              <a:spcBef>
                <a:spcPts val="190"/>
              </a:spcBef>
              <a:buChar char="•"/>
              <a:tabLst>
                <a:tab pos="354965" algn="l"/>
              </a:tabLst>
            </a:pPr>
            <a:r>
              <a:rPr lang="en-US" sz="3600" spc="-20" dirty="0">
                <a:latin typeface="Arial"/>
                <a:cs typeface="Arial"/>
              </a:rPr>
              <a:t>Data Cleaning/ETL Process</a:t>
            </a:r>
            <a:endParaRPr sz="3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"/>
              </a:spcBef>
              <a:buChar char="•"/>
              <a:tabLst>
                <a:tab pos="354965" algn="l"/>
              </a:tabLst>
            </a:pPr>
            <a:r>
              <a:rPr sz="3600" spc="-150" dirty="0">
                <a:latin typeface="Arial"/>
                <a:cs typeface="Arial"/>
              </a:rPr>
              <a:t>Referential</a:t>
            </a:r>
            <a:r>
              <a:rPr sz="3600" spc="-185" dirty="0">
                <a:latin typeface="Arial"/>
                <a:cs typeface="Arial"/>
              </a:rPr>
              <a:t> </a:t>
            </a:r>
            <a:r>
              <a:rPr sz="3600" spc="-65" dirty="0">
                <a:latin typeface="Arial"/>
                <a:cs typeface="Arial"/>
              </a:rPr>
              <a:t>Integrity</a:t>
            </a:r>
            <a:r>
              <a:rPr sz="3600" spc="-190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focus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372" rIns="0" bIns="0" rtlCol="0">
            <a:spAutoFit/>
          </a:bodyPr>
          <a:lstStyle/>
          <a:p>
            <a:pPr marL="1579245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Business</a:t>
            </a:r>
            <a:r>
              <a:rPr spc="-270" dirty="0"/>
              <a:t> </a:t>
            </a:r>
            <a:r>
              <a:rPr spc="-305" dirty="0"/>
              <a:t>Analytics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7390" y="4726528"/>
            <a:ext cx="2095500" cy="1217930"/>
            <a:chOff x="5047390" y="4726528"/>
            <a:chExt cx="2095500" cy="1217930"/>
          </a:xfrm>
        </p:grpSpPr>
        <p:sp>
          <p:nvSpPr>
            <p:cNvPr id="4" name="object 4"/>
            <p:cNvSpPr/>
            <p:nvPr/>
          </p:nvSpPr>
          <p:spPr>
            <a:xfrm>
              <a:off x="5047390" y="4726528"/>
              <a:ext cx="2095500" cy="1217930"/>
            </a:xfrm>
            <a:custGeom>
              <a:avLst/>
              <a:gdLst/>
              <a:ahLst/>
              <a:cxnLst/>
              <a:rect l="l" t="t" r="r" b="b"/>
              <a:pathLst>
                <a:path w="2095500" h="1217929">
                  <a:moveTo>
                    <a:pt x="2095002" y="0"/>
                  </a:moveTo>
                  <a:lnTo>
                    <a:pt x="980992" y="0"/>
                  </a:lnTo>
                  <a:lnTo>
                    <a:pt x="759900" y="607270"/>
                  </a:lnTo>
                  <a:lnTo>
                    <a:pt x="774578" y="0"/>
                  </a:lnTo>
                  <a:lnTo>
                    <a:pt x="505653" y="0"/>
                  </a:lnTo>
                  <a:lnTo>
                    <a:pt x="268881" y="601267"/>
                  </a:lnTo>
                  <a:lnTo>
                    <a:pt x="303560" y="0"/>
                  </a:lnTo>
                  <a:lnTo>
                    <a:pt x="0" y="0"/>
                  </a:lnTo>
                  <a:lnTo>
                    <a:pt x="0" y="1211517"/>
                  </a:lnTo>
                  <a:lnTo>
                    <a:pt x="264985" y="1211517"/>
                  </a:lnTo>
                  <a:lnTo>
                    <a:pt x="512928" y="601701"/>
                  </a:lnTo>
                  <a:lnTo>
                    <a:pt x="505628" y="1211517"/>
                  </a:lnTo>
                  <a:lnTo>
                    <a:pt x="767241" y="1211517"/>
                  </a:lnTo>
                  <a:lnTo>
                    <a:pt x="1191719" y="217002"/>
                  </a:lnTo>
                  <a:lnTo>
                    <a:pt x="1439033" y="217002"/>
                  </a:lnTo>
                  <a:lnTo>
                    <a:pt x="1033779" y="1217371"/>
                  </a:lnTo>
                  <a:lnTo>
                    <a:pt x="1346292" y="1217371"/>
                  </a:lnTo>
                  <a:lnTo>
                    <a:pt x="1751530" y="217002"/>
                  </a:lnTo>
                  <a:lnTo>
                    <a:pt x="2004202" y="217002"/>
                  </a:lnTo>
                  <a:lnTo>
                    <a:pt x="2095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870" y="5878108"/>
              <a:ext cx="121259" cy="65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973" y="6388100"/>
            <a:ext cx="197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CIDM-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6395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357" y="5660491"/>
            <a:ext cx="1122045" cy="652145"/>
          </a:xfrm>
          <a:custGeom>
            <a:avLst/>
            <a:gdLst/>
            <a:ahLst/>
            <a:cxnLst/>
            <a:rect l="l" t="t" r="r" b="b"/>
            <a:pathLst>
              <a:path w="1122045" h="652145">
                <a:moveTo>
                  <a:pt x="783615" y="616712"/>
                </a:moveTo>
                <a:lnTo>
                  <a:pt x="757516" y="616712"/>
                </a:lnTo>
                <a:lnTo>
                  <a:pt x="757516" y="620572"/>
                </a:lnTo>
                <a:lnTo>
                  <a:pt x="768248" y="620572"/>
                </a:lnTo>
                <a:lnTo>
                  <a:pt x="768248" y="651954"/>
                </a:lnTo>
                <a:lnTo>
                  <a:pt x="772833" y="651954"/>
                </a:lnTo>
                <a:lnTo>
                  <a:pt x="772833" y="620572"/>
                </a:lnTo>
                <a:lnTo>
                  <a:pt x="783615" y="620572"/>
                </a:lnTo>
                <a:lnTo>
                  <a:pt x="783615" y="616712"/>
                </a:lnTo>
                <a:close/>
              </a:path>
              <a:path w="1122045" h="652145">
                <a:moveTo>
                  <a:pt x="822452" y="651954"/>
                </a:moveTo>
                <a:lnTo>
                  <a:pt x="820254" y="616712"/>
                </a:lnTo>
                <a:lnTo>
                  <a:pt x="814451" y="616712"/>
                </a:lnTo>
                <a:lnTo>
                  <a:pt x="808164" y="633755"/>
                </a:lnTo>
                <a:lnTo>
                  <a:pt x="806602" y="638200"/>
                </a:lnTo>
                <a:lnTo>
                  <a:pt x="805345" y="642073"/>
                </a:lnTo>
                <a:lnTo>
                  <a:pt x="804392" y="645642"/>
                </a:lnTo>
                <a:lnTo>
                  <a:pt x="803363" y="641972"/>
                </a:lnTo>
                <a:lnTo>
                  <a:pt x="802220" y="638098"/>
                </a:lnTo>
                <a:lnTo>
                  <a:pt x="800735" y="633755"/>
                </a:lnTo>
                <a:lnTo>
                  <a:pt x="794740" y="616712"/>
                </a:lnTo>
                <a:lnTo>
                  <a:pt x="788924" y="616712"/>
                </a:lnTo>
                <a:lnTo>
                  <a:pt x="786460" y="651954"/>
                </a:lnTo>
                <a:lnTo>
                  <a:pt x="790803" y="651954"/>
                </a:lnTo>
                <a:lnTo>
                  <a:pt x="791756" y="636841"/>
                </a:lnTo>
                <a:lnTo>
                  <a:pt x="792327" y="625640"/>
                </a:lnTo>
                <a:lnTo>
                  <a:pt x="792429" y="621258"/>
                </a:lnTo>
                <a:lnTo>
                  <a:pt x="793521" y="625436"/>
                </a:lnTo>
                <a:lnTo>
                  <a:pt x="794880" y="629932"/>
                </a:lnTo>
                <a:lnTo>
                  <a:pt x="802322" y="651751"/>
                </a:lnTo>
                <a:lnTo>
                  <a:pt x="805751" y="651751"/>
                </a:lnTo>
                <a:lnTo>
                  <a:pt x="813765" y="629780"/>
                </a:lnTo>
                <a:lnTo>
                  <a:pt x="816432" y="621258"/>
                </a:lnTo>
                <a:lnTo>
                  <a:pt x="816533" y="625614"/>
                </a:lnTo>
                <a:lnTo>
                  <a:pt x="817105" y="636473"/>
                </a:lnTo>
                <a:lnTo>
                  <a:pt x="817956" y="651954"/>
                </a:lnTo>
                <a:lnTo>
                  <a:pt x="822452" y="651954"/>
                </a:lnTo>
                <a:close/>
              </a:path>
              <a:path w="1122045" h="652145">
                <a:moveTo>
                  <a:pt x="1121956" y="0"/>
                </a:moveTo>
                <a:lnTo>
                  <a:pt x="525360" y="0"/>
                </a:lnTo>
                <a:lnTo>
                  <a:pt x="406958" y="325208"/>
                </a:lnTo>
                <a:lnTo>
                  <a:pt x="414820" y="0"/>
                </a:lnTo>
                <a:lnTo>
                  <a:pt x="270802" y="0"/>
                </a:lnTo>
                <a:lnTo>
                  <a:pt x="143992" y="321995"/>
                </a:lnTo>
                <a:lnTo>
                  <a:pt x="162572" y="0"/>
                </a:lnTo>
                <a:lnTo>
                  <a:pt x="0" y="0"/>
                </a:lnTo>
                <a:lnTo>
                  <a:pt x="0" y="648817"/>
                </a:lnTo>
                <a:lnTo>
                  <a:pt x="141909" y="648817"/>
                </a:lnTo>
                <a:lnTo>
                  <a:pt x="274688" y="322237"/>
                </a:lnTo>
                <a:lnTo>
                  <a:pt x="270789" y="648817"/>
                </a:lnTo>
                <a:lnTo>
                  <a:pt x="410883" y="648817"/>
                </a:lnTo>
                <a:lnTo>
                  <a:pt x="638213" y="116205"/>
                </a:lnTo>
                <a:lnTo>
                  <a:pt x="770661" y="116205"/>
                </a:lnTo>
                <a:lnTo>
                  <a:pt x="553631" y="651954"/>
                </a:lnTo>
                <a:lnTo>
                  <a:pt x="720991" y="651954"/>
                </a:lnTo>
                <a:lnTo>
                  <a:pt x="938022" y="116205"/>
                </a:lnTo>
                <a:lnTo>
                  <a:pt x="1073327" y="116205"/>
                </a:lnTo>
                <a:lnTo>
                  <a:pt x="1121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41156" y="542035"/>
            <a:ext cx="55575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5" dirty="0">
                <a:solidFill>
                  <a:srgbClr val="000000"/>
                </a:solidFill>
              </a:rPr>
              <a:t>Business</a:t>
            </a:r>
            <a:r>
              <a:rPr spc="-270" dirty="0">
                <a:solidFill>
                  <a:srgbClr val="000000"/>
                </a:solidFill>
              </a:rPr>
              <a:t> </a:t>
            </a:r>
            <a:r>
              <a:rPr spc="-305" dirty="0">
                <a:solidFill>
                  <a:srgbClr val="000000"/>
                </a:solidFill>
              </a:rPr>
              <a:t>Analytics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626553" y="2157476"/>
            <a:ext cx="6663690" cy="34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421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pc="-265" dirty="0"/>
              <a:t>Business</a:t>
            </a:r>
            <a:r>
              <a:rPr spc="-185" dirty="0"/>
              <a:t> </a:t>
            </a:r>
            <a:r>
              <a:rPr spc="-120" dirty="0"/>
              <a:t>Analytic</a:t>
            </a:r>
            <a:r>
              <a:rPr spc="-185" dirty="0"/>
              <a:t> </a:t>
            </a:r>
            <a:r>
              <a:rPr spc="-300" dirty="0"/>
              <a:t>Tools</a:t>
            </a:r>
          </a:p>
          <a:p>
            <a:pPr marL="812165" lvl="1" indent="-342265">
              <a:lnSpc>
                <a:spcPts val="3600"/>
              </a:lnSpc>
              <a:buChar char="•"/>
              <a:tabLst>
                <a:tab pos="812165" algn="l"/>
              </a:tabLst>
            </a:pPr>
            <a:r>
              <a:rPr sz="3200" spc="-210" dirty="0">
                <a:latin typeface="Arial"/>
                <a:cs typeface="Arial"/>
              </a:rPr>
              <a:t>Rapid</a:t>
            </a:r>
            <a:r>
              <a:rPr sz="3200" spc="-135" dirty="0">
                <a:latin typeface="Arial"/>
                <a:cs typeface="Arial"/>
              </a:rPr>
              <a:t> </a:t>
            </a:r>
            <a:r>
              <a:rPr sz="3200" spc="-40" dirty="0">
                <a:latin typeface="Arial"/>
                <a:cs typeface="Arial"/>
              </a:rPr>
              <a:t>Miner</a:t>
            </a:r>
            <a:r>
              <a:rPr sz="3200" spc="-140" dirty="0">
                <a:latin typeface="Arial"/>
                <a:cs typeface="Arial"/>
              </a:rPr>
              <a:t> </a:t>
            </a:r>
            <a:r>
              <a:rPr sz="3200" spc="-204" dirty="0">
                <a:latin typeface="Arial"/>
                <a:cs typeface="Arial"/>
              </a:rPr>
              <a:t>–</a:t>
            </a:r>
            <a:r>
              <a:rPr sz="3200" spc="-130" dirty="0">
                <a:latin typeface="Arial"/>
                <a:cs typeface="Arial"/>
              </a:rPr>
              <a:t> </a:t>
            </a:r>
            <a:r>
              <a:rPr sz="3200" spc="-195" dirty="0">
                <a:latin typeface="Arial"/>
                <a:cs typeface="Arial"/>
              </a:rPr>
              <a:t>Data</a:t>
            </a:r>
            <a:r>
              <a:rPr sz="3200" spc="-135" dirty="0">
                <a:latin typeface="Arial"/>
                <a:cs typeface="Arial"/>
              </a:rPr>
              <a:t> </a:t>
            </a:r>
            <a:r>
              <a:rPr sz="3200" spc="-85" dirty="0">
                <a:latin typeface="Arial"/>
                <a:cs typeface="Arial"/>
              </a:rPr>
              <a:t>Science</a:t>
            </a:r>
            <a:endParaRPr sz="3200" dirty="0">
              <a:latin typeface="Arial"/>
              <a:cs typeface="Arial"/>
            </a:endParaRPr>
          </a:p>
          <a:p>
            <a:pPr marL="342265" marR="2163445" lvl="2" indent="-342265" algn="r">
              <a:lnSpc>
                <a:spcPts val="3375"/>
              </a:lnSpc>
              <a:buChar char="•"/>
              <a:tabLst>
                <a:tab pos="342265" algn="l"/>
              </a:tabLst>
            </a:pPr>
            <a:r>
              <a:rPr sz="3000" spc="-90" dirty="0">
                <a:latin typeface="Arial"/>
                <a:cs typeface="Arial"/>
              </a:rPr>
              <a:t>Predictivite</a:t>
            </a:r>
            <a:r>
              <a:rPr sz="3000" spc="-10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Analytics</a:t>
            </a:r>
            <a:endParaRPr sz="3000" dirty="0">
              <a:latin typeface="Arial"/>
              <a:cs typeface="Arial"/>
            </a:endParaRPr>
          </a:p>
          <a:p>
            <a:pPr marL="342265" marR="2096770" lvl="2" indent="-342265" algn="r">
              <a:lnSpc>
                <a:spcPts val="3354"/>
              </a:lnSpc>
              <a:buChar char="•"/>
              <a:tabLst>
                <a:tab pos="342265" algn="l"/>
              </a:tabLst>
            </a:pPr>
            <a:r>
              <a:rPr sz="3000" spc="-130" dirty="0">
                <a:latin typeface="Arial"/>
                <a:cs typeface="Arial"/>
              </a:rPr>
              <a:t>Prescriptive</a:t>
            </a:r>
            <a:r>
              <a:rPr sz="3000" spc="-10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Analytics</a:t>
            </a:r>
            <a:endParaRPr sz="3000" dirty="0">
              <a:latin typeface="Arial"/>
              <a:cs typeface="Arial"/>
            </a:endParaRPr>
          </a:p>
          <a:p>
            <a:pPr marL="342265" marR="2091689" lvl="1" indent="-342265" algn="r">
              <a:lnSpc>
                <a:spcPts val="3625"/>
              </a:lnSpc>
              <a:buChar char="•"/>
              <a:tabLst>
                <a:tab pos="342265" algn="l"/>
              </a:tabLst>
            </a:pPr>
            <a:r>
              <a:rPr sz="3200" spc="-225" dirty="0">
                <a:latin typeface="Arial"/>
                <a:cs typeface="Arial"/>
              </a:rPr>
              <a:t>Tableau</a:t>
            </a:r>
            <a:r>
              <a:rPr sz="3200" spc="-130" dirty="0">
                <a:latin typeface="Arial"/>
                <a:cs typeface="Arial"/>
              </a:rPr>
              <a:t> </a:t>
            </a:r>
            <a:r>
              <a:rPr sz="3200" spc="-204" dirty="0">
                <a:latin typeface="Arial"/>
                <a:cs typeface="Arial"/>
              </a:rPr>
              <a:t>–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Visualization</a:t>
            </a:r>
            <a:endParaRPr sz="32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Char char="•"/>
              <a:tabLst>
                <a:tab pos="354965" algn="l"/>
              </a:tabLst>
            </a:pPr>
            <a:r>
              <a:rPr spc="-204" dirty="0"/>
              <a:t>Data-</a:t>
            </a:r>
            <a:r>
              <a:rPr spc="-155" dirty="0"/>
              <a:t>Driven</a:t>
            </a:r>
            <a:r>
              <a:rPr spc="-150" dirty="0"/>
              <a:t> </a:t>
            </a:r>
            <a:r>
              <a:rPr spc="-185" dirty="0"/>
              <a:t>Decision</a:t>
            </a:r>
            <a:r>
              <a:rPr spc="-150" dirty="0"/>
              <a:t> </a:t>
            </a:r>
            <a:r>
              <a:rPr spc="-10" dirty="0"/>
              <a:t>Making</a:t>
            </a:r>
            <a:endParaRPr lang="en-US" spc="-10" dirty="0"/>
          </a:p>
          <a:p>
            <a:pPr marL="354965" indent="-342265">
              <a:lnSpc>
                <a:spcPct val="100000"/>
              </a:lnSpc>
              <a:spcBef>
                <a:spcPts val="135"/>
              </a:spcBef>
              <a:buChar char="•"/>
              <a:tabLst>
                <a:tab pos="354965" algn="l"/>
              </a:tabLst>
            </a:pPr>
            <a:r>
              <a:rPr lang="en-US" spc="-10" dirty="0"/>
              <a:t>Regression Models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0853" y="1349755"/>
            <a:ext cx="8690292" cy="1363963"/>
          </a:xfrm>
          <a:prstGeom prst="rect">
            <a:avLst/>
          </a:prstGeom>
        </p:spPr>
        <p:txBody>
          <a:bodyPr vert="horz" wrap="square" lIns="0" tIns="436372" rIns="0" bIns="0" rtlCol="0">
            <a:spAutoFit/>
          </a:bodyPr>
          <a:lstStyle/>
          <a:p>
            <a:pPr marL="1959610">
              <a:lnSpc>
                <a:spcPct val="100000"/>
              </a:lnSpc>
              <a:spcBef>
                <a:spcPts val="100"/>
              </a:spcBef>
            </a:pPr>
            <a:r>
              <a:rPr lang="en-US" spc="-509" dirty="0"/>
              <a:t>RexUS</a:t>
            </a:r>
            <a:r>
              <a:rPr spc="-265" dirty="0"/>
              <a:t> </a:t>
            </a:r>
            <a:r>
              <a:rPr spc="-430" dirty="0"/>
              <a:t>Demo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7390" y="4726528"/>
            <a:ext cx="2095500" cy="1217930"/>
            <a:chOff x="5047390" y="4726528"/>
            <a:chExt cx="2095500" cy="1217930"/>
          </a:xfrm>
        </p:grpSpPr>
        <p:sp>
          <p:nvSpPr>
            <p:cNvPr id="4" name="object 4"/>
            <p:cNvSpPr/>
            <p:nvPr/>
          </p:nvSpPr>
          <p:spPr>
            <a:xfrm>
              <a:off x="5047390" y="4726528"/>
              <a:ext cx="2095500" cy="1217930"/>
            </a:xfrm>
            <a:custGeom>
              <a:avLst/>
              <a:gdLst/>
              <a:ahLst/>
              <a:cxnLst/>
              <a:rect l="l" t="t" r="r" b="b"/>
              <a:pathLst>
                <a:path w="2095500" h="1217929">
                  <a:moveTo>
                    <a:pt x="2095002" y="0"/>
                  </a:moveTo>
                  <a:lnTo>
                    <a:pt x="980992" y="0"/>
                  </a:lnTo>
                  <a:lnTo>
                    <a:pt x="759900" y="607270"/>
                  </a:lnTo>
                  <a:lnTo>
                    <a:pt x="774578" y="0"/>
                  </a:lnTo>
                  <a:lnTo>
                    <a:pt x="505653" y="0"/>
                  </a:lnTo>
                  <a:lnTo>
                    <a:pt x="268881" y="601267"/>
                  </a:lnTo>
                  <a:lnTo>
                    <a:pt x="303560" y="0"/>
                  </a:lnTo>
                  <a:lnTo>
                    <a:pt x="0" y="0"/>
                  </a:lnTo>
                  <a:lnTo>
                    <a:pt x="0" y="1211517"/>
                  </a:lnTo>
                  <a:lnTo>
                    <a:pt x="264985" y="1211517"/>
                  </a:lnTo>
                  <a:lnTo>
                    <a:pt x="512928" y="601701"/>
                  </a:lnTo>
                  <a:lnTo>
                    <a:pt x="505628" y="1211517"/>
                  </a:lnTo>
                  <a:lnTo>
                    <a:pt x="767241" y="1211517"/>
                  </a:lnTo>
                  <a:lnTo>
                    <a:pt x="1191719" y="217002"/>
                  </a:lnTo>
                  <a:lnTo>
                    <a:pt x="1439033" y="217002"/>
                  </a:lnTo>
                  <a:lnTo>
                    <a:pt x="1033779" y="1217371"/>
                  </a:lnTo>
                  <a:lnTo>
                    <a:pt x="1346292" y="1217371"/>
                  </a:lnTo>
                  <a:lnTo>
                    <a:pt x="1751530" y="217002"/>
                  </a:lnTo>
                  <a:lnTo>
                    <a:pt x="2004202" y="217002"/>
                  </a:lnTo>
                  <a:lnTo>
                    <a:pt x="2095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870" y="5878108"/>
              <a:ext cx="121259" cy="65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182751"/>
            <a:ext cx="2372360" cy="6682105"/>
            <a:chOff x="-6350" y="182751"/>
            <a:chExt cx="2372360" cy="6682105"/>
          </a:xfrm>
        </p:grpSpPr>
        <p:sp>
          <p:nvSpPr>
            <p:cNvPr id="3" name="object 3"/>
            <p:cNvSpPr/>
            <p:nvPr/>
          </p:nvSpPr>
          <p:spPr>
            <a:xfrm>
              <a:off x="0" y="189101"/>
              <a:ext cx="2359660" cy="6669405"/>
            </a:xfrm>
            <a:custGeom>
              <a:avLst/>
              <a:gdLst/>
              <a:ahLst/>
              <a:cxnLst/>
              <a:rect l="l" t="t" r="r" b="b"/>
              <a:pathLst>
                <a:path w="2359660" h="6669405">
                  <a:moveTo>
                    <a:pt x="0" y="0"/>
                  </a:moveTo>
                  <a:lnTo>
                    <a:pt x="2359215" y="0"/>
                  </a:lnTo>
                  <a:lnTo>
                    <a:pt x="2359215" y="6668898"/>
                  </a:lnTo>
                  <a:lnTo>
                    <a:pt x="0" y="6668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00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89101"/>
              <a:ext cx="2359660" cy="6669405"/>
            </a:xfrm>
            <a:custGeom>
              <a:avLst/>
              <a:gdLst/>
              <a:ahLst/>
              <a:cxnLst/>
              <a:rect l="l" t="t" r="r" b="b"/>
              <a:pathLst>
                <a:path w="2359660" h="6669405">
                  <a:moveTo>
                    <a:pt x="0" y="0"/>
                  </a:moveTo>
                  <a:lnTo>
                    <a:pt x="2359215" y="0"/>
                  </a:lnTo>
                  <a:lnTo>
                    <a:pt x="2359215" y="6668898"/>
                  </a:lnTo>
                </a:path>
              </a:pathLst>
            </a:custGeom>
            <a:ln w="12700">
              <a:solidFill>
                <a:srgbClr val="551D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9973" y="6388100"/>
            <a:ext cx="197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CIDM-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6395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Capstone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370555" y="2974339"/>
            <a:ext cx="34188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>
                <a:solidFill>
                  <a:srgbClr val="000000"/>
                </a:solidFill>
              </a:rPr>
              <a:t>Thank</a:t>
            </a:r>
            <a:r>
              <a:rPr spc="-285" dirty="0">
                <a:solidFill>
                  <a:srgbClr val="000000"/>
                </a:solidFill>
              </a:rPr>
              <a:t> </a:t>
            </a:r>
            <a:r>
              <a:rPr spc="-105" dirty="0">
                <a:solidFill>
                  <a:srgbClr val="000000"/>
                </a:solidFill>
              </a:rPr>
              <a:t>you!</a:t>
            </a:r>
          </a:p>
        </p:txBody>
      </p:sp>
      <p:sp>
        <p:nvSpPr>
          <p:cNvPr id="7" name="object 7"/>
          <p:cNvSpPr/>
          <p:nvPr/>
        </p:nvSpPr>
        <p:spPr>
          <a:xfrm>
            <a:off x="728357" y="5660491"/>
            <a:ext cx="1122045" cy="652145"/>
          </a:xfrm>
          <a:custGeom>
            <a:avLst/>
            <a:gdLst/>
            <a:ahLst/>
            <a:cxnLst/>
            <a:rect l="l" t="t" r="r" b="b"/>
            <a:pathLst>
              <a:path w="1122045" h="652145">
                <a:moveTo>
                  <a:pt x="783615" y="616712"/>
                </a:moveTo>
                <a:lnTo>
                  <a:pt x="757516" y="616712"/>
                </a:lnTo>
                <a:lnTo>
                  <a:pt x="757516" y="620572"/>
                </a:lnTo>
                <a:lnTo>
                  <a:pt x="768248" y="620572"/>
                </a:lnTo>
                <a:lnTo>
                  <a:pt x="768248" y="651954"/>
                </a:lnTo>
                <a:lnTo>
                  <a:pt x="772833" y="651954"/>
                </a:lnTo>
                <a:lnTo>
                  <a:pt x="772833" y="620572"/>
                </a:lnTo>
                <a:lnTo>
                  <a:pt x="783615" y="620572"/>
                </a:lnTo>
                <a:lnTo>
                  <a:pt x="783615" y="616712"/>
                </a:lnTo>
                <a:close/>
              </a:path>
              <a:path w="1122045" h="652145">
                <a:moveTo>
                  <a:pt x="822452" y="651954"/>
                </a:moveTo>
                <a:lnTo>
                  <a:pt x="820254" y="616712"/>
                </a:lnTo>
                <a:lnTo>
                  <a:pt x="814451" y="616712"/>
                </a:lnTo>
                <a:lnTo>
                  <a:pt x="808164" y="633755"/>
                </a:lnTo>
                <a:lnTo>
                  <a:pt x="806602" y="638200"/>
                </a:lnTo>
                <a:lnTo>
                  <a:pt x="805345" y="642073"/>
                </a:lnTo>
                <a:lnTo>
                  <a:pt x="804392" y="645642"/>
                </a:lnTo>
                <a:lnTo>
                  <a:pt x="803363" y="641972"/>
                </a:lnTo>
                <a:lnTo>
                  <a:pt x="802220" y="638098"/>
                </a:lnTo>
                <a:lnTo>
                  <a:pt x="800735" y="633755"/>
                </a:lnTo>
                <a:lnTo>
                  <a:pt x="794740" y="616712"/>
                </a:lnTo>
                <a:lnTo>
                  <a:pt x="788924" y="616712"/>
                </a:lnTo>
                <a:lnTo>
                  <a:pt x="786460" y="651954"/>
                </a:lnTo>
                <a:lnTo>
                  <a:pt x="790803" y="651954"/>
                </a:lnTo>
                <a:lnTo>
                  <a:pt x="791756" y="636841"/>
                </a:lnTo>
                <a:lnTo>
                  <a:pt x="792327" y="625640"/>
                </a:lnTo>
                <a:lnTo>
                  <a:pt x="792429" y="621258"/>
                </a:lnTo>
                <a:lnTo>
                  <a:pt x="793521" y="625436"/>
                </a:lnTo>
                <a:lnTo>
                  <a:pt x="794880" y="629932"/>
                </a:lnTo>
                <a:lnTo>
                  <a:pt x="802322" y="651751"/>
                </a:lnTo>
                <a:lnTo>
                  <a:pt x="805751" y="651751"/>
                </a:lnTo>
                <a:lnTo>
                  <a:pt x="813765" y="629780"/>
                </a:lnTo>
                <a:lnTo>
                  <a:pt x="816432" y="621258"/>
                </a:lnTo>
                <a:lnTo>
                  <a:pt x="816533" y="625614"/>
                </a:lnTo>
                <a:lnTo>
                  <a:pt x="817105" y="636473"/>
                </a:lnTo>
                <a:lnTo>
                  <a:pt x="817956" y="651954"/>
                </a:lnTo>
                <a:lnTo>
                  <a:pt x="822452" y="651954"/>
                </a:lnTo>
                <a:close/>
              </a:path>
              <a:path w="1122045" h="652145">
                <a:moveTo>
                  <a:pt x="1121956" y="0"/>
                </a:moveTo>
                <a:lnTo>
                  <a:pt x="525360" y="0"/>
                </a:lnTo>
                <a:lnTo>
                  <a:pt x="406958" y="325208"/>
                </a:lnTo>
                <a:lnTo>
                  <a:pt x="414820" y="0"/>
                </a:lnTo>
                <a:lnTo>
                  <a:pt x="270802" y="0"/>
                </a:lnTo>
                <a:lnTo>
                  <a:pt x="143992" y="321995"/>
                </a:lnTo>
                <a:lnTo>
                  <a:pt x="162572" y="0"/>
                </a:lnTo>
                <a:lnTo>
                  <a:pt x="0" y="0"/>
                </a:lnTo>
                <a:lnTo>
                  <a:pt x="0" y="648817"/>
                </a:lnTo>
                <a:lnTo>
                  <a:pt x="141909" y="648817"/>
                </a:lnTo>
                <a:lnTo>
                  <a:pt x="274688" y="322237"/>
                </a:lnTo>
                <a:lnTo>
                  <a:pt x="270789" y="648817"/>
                </a:lnTo>
                <a:lnTo>
                  <a:pt x="410883" y="648817"/>
                </a:lnTo>
                <a:lnTo>
                  <a:pt x="638213" y="116205"/>
                </a:lnTo>
                <a:lnTo>
                  <a:pt x="770661" y="116205"/>
                </a:lnTo>
                <a:lnTo>
                  <a:pt x="553631" y="651954"/>
                </a:lnTo>
                <a:lnTo>
                  <a:pt x="720991" y="651954"/>
                </a:lnTo>
                <a:lnTo>
                  <a:pt x="938022" y="116205"/>
                </a:lnTo>
                <a:lnTo>
                  <a:pt x="1073327" y="116205"/>
                </a:lnTo>
                <a:lnTo>
                  <a:pt x="1121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1806708" y="-6350"/>
            <a:ext cx="391795" cy="6870700"/>
            <a:chOff x="11806708" y="-6350"/>
            <a:chExt cx="391795" cy="6870700"/>
          </a:xfrm>
        </p:grpSpPr>
        <p:sp>
          <p:nvSpPr>
            <p:cNvPr id="9" name="object 9"/>
            <p:cNvSpPr/>
            <p:nvPr/>
          </p:nvSpPr>
          <p:spPr>
            <a:xfrm>
              <a:off x="11813057" y="0"/>
              <a:ext cx="379095" cy="6858000"/>
            </a:xfrm>
            <a:custGeom>
              <a:avLst/>
              <a:gdLst/>
              <a:ahLst/>
              <a:cxnLst/>
              <a:rect l="l" t="t" r="r" b="b"/>
              <a:pathLst>
                <a:path w="379095" h="6858000">
                  <a:moveTo>
                    <a:pt x="0" y="6857994"/>
                  </a:moveTo>
                  <a:lnTo>
                    <a:pt x="0" y="0"/>
                  </a:lnTo>
                  <a:lnTo>
                    <a:pt x="378942" y="0"/>
                  </a:lnTo>
                  <a:lnTo>
                    <a:pt x="378942" y="6857994"/>
                  </a:lnTo>
                  <a:lnTo>
                    <a:pt x="0" y="6857994"/>
                  </a:lnTo>
                  <a:close/>
                </a:path>
              </a:pathLst>
            </a:custGeom>
            <a:solidFill>
              <a:srgbClr val="4500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13058" y="0"/>
              <a:ext cx="379095" cy="6858000"/>
            </a:xfrm>
            <a:custGeom>
              <a:avLst/>
              <a:gdLst/>
              <a:ahLst/>
              <a:cxnLst/>
              <a:rect l="l" t="t" r="r" b="b"/>
              <a:pathLst>
                <a:path w="379095" h="6858000">
                  <a:moveTo>
                    <a:pt x="378942" y="6857995"/>
                  </a:moveTo>
                  <a:lnTo>
                    <a:pt x="0" y="68580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551D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3390</TotalTime>
  <Words>192</Words>
  <Application>Microsoft Macintosh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Capstone Presentation CIDM-6395 Fall 2025</vt:lpstr>
      <vt:lpstr>About Me</vt:lpstr>
      <vt:lpstr>RexUS  “Real Estate eXploration and Unified Synthesis”</vt:lpstr>
      <vt:lpstr>Overview of RexUS</vt:lpstr>
      <vt:lpstr>Architecture Design and Software Engineering Principles</vt:lpstr>
      <vt:lpstr>Software Systems</vt:lpstr>
      <vt:lpstr>Networking and Cybersecurity</vt:lpstr>
      <vt:lpstr>Networking and Cybersecurity</vt:lpstr>
      <vt:lpstr>Data Management</vt:lpstr>
      <vt:lpstr>Data Management</vt:lpstr>
      <vt:lpstr>Business Analytics</vt:lpstr>
      <vt:lpstr>Business Analytics</vt:lpstr>
      <vt:lpstr>RexUS Demo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BOLAJI MUYIWA</cp:lastModifiedBy>
  <cp:revision>6</cp:revision>
  <dcterms:created xsi:type="dcterms:W3CDTF">2025-11-29T01:36:42Z</dcterms:created>
  <dcterms:modified xsi:type="dcterms:W3CDTF">2025-12-04T20:30:39Z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2024-05-04T00:00:00Z</vt:filetime>
  </property>
  <property fmtid="{D5CDD505-2E9C-101B-9397-08002B2CF9AE}" pid="3" name="LastSaved">
    <vt:filetime>2025-11-29T00:00:00Z</vt:filetime>
  </property>
  <property fmtid="{D5CDD505-2E9C-101B-9397-08002B2CF9AE}" pid="4" name="Producer">
    <vt:lpwstr>macOS Version 14.4.1 (Build 23E224) Quartz PDFContext</vt:lpwstr>
  </property>
</Properties>
</file>